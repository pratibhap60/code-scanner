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7" r:id="rId10"/>
    <p:sldId id="275" r:id="rId11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35A53E-1F6B-9E66-56F8-054F00616FF3}" v="50" dt="2025-11-20T10:26:41.517"/>
    <p1510:client id="{705DC23D-7ACF-4249-15CC-A4A1E2630AEA}" v="215" dt="2025-11-19T07:19:24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3"/>
    <p:restoredTop sz="94718"/>
  </p:normalViewPr>
  <p:slideViewPr>
    <p:cSldViewPr snapToGrid="0">
      <p:cViewPr varScale="1">
        <p:scale>
          <a:sx n="120" d="100"/>
          <a:sy n="120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igrahy Pratibha/SynapseWave/MATCH" userId="S::panigrahy.pratibha@synapsewave.com::ab9554af-ef59-4edb-bff0-c65bd6d078f2" providerId="AD" clId="Web-{4C35A53E-1F6B-9E66-56F8-054F00616FF3}"/>
    <pc:docChg chg="delSld modSld">
      <pc:chgData name="Panigrahy Pratibha/SynapseWave/MATCH" userId="S::panigrahy.pratibha@synapsewave.com::ab9554af-ef59-4edb-bff0-c65bd6d078f2" providerId="AD" clId="Web-{4C35A53E-1F6B-9E66-56F8-054F00616FF3}" dt="2025-11-20T10:26:41.517" v="64" actId="20577"/>
      <pc:docMkLst>
        <pc:docMk/>
      </pc:docMkLst>
      <pc:sldChg chg="addSp modSp mod setBg">
        <pc:chgData name="Panigrahy Pratibha/SynapseWave/MATCH" userId="S::panigrahy.pratibha@synapsewave.com::ab9554af-ef59-4edb-bff0-c65bd6d078f2" providerId="AD" clId="Web-{4C35A53E-1F6B-9E66-56F8-054F00616FF3}" dt="2025-11-20T10:15:25.648" v="17"/>
        <pc:sldMkLst>
          <pc:docMk/>
          <pc:sldMk cId="2259308896" sldId="256"/>
        </pc:sldMkLst>
        <pc:spChg chg="mod">
          <ac:chgData name="Panigrahy Pratibha/SynapseWave/MATCH" userId="S::panigrahy.pratibha@synapsewave.com::ab9554af-ef59-4edb-bff0-c65bd6d078f2" providerId="AD" clId="Web-{4C35A53E-1F6B-9E66-56F8-054F00616FF3}" dt="2025-11-20T10:15:25.648" v="1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5:25.648" v="17"/>
          <ac:spMkLst>
            <pc:docMk/>
            <pc:sldMk cId="2259308896" sldId="256"/>
            <ac:spMk id="5" creationId="{F91FB3C1-B8F0-130D-9082-7DA9C85941A5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5:25.648" v="17"/>
          <ac:spMkLst>
            <pc:docMk/>
            <pc:sldMk cId="2259308896" sldId="256"/>
            <ac:spMk id="10" creationId="{A8DB9CD9-59B1-4D73-BC4C-98796A48EF9B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5:25.648" v="17"/>
          <ac:spMkLst>
            <pc:docMk/>
            <pc:sldMk cId="2259308896" sldId="256"/>
            <ac:spMk id="12" creationId="{8874A6A9-41FF-4E33-AFA8-F9F81436A59E}"/>
          </ac:spMkLst>
        </pc:spChg>
        <pc:grpChg chg="add">
          <ac:chgData name="Panigrahy Pratibha/SynapseWave/MATCH" userId="S::panigrahy.pratibha@synapsewave.com::ab9554af-ef59-4edb-bff0-c65bd6d078f2" providerId="AD" clId="Web-{4C35A53E-1F6B-9E66-56F8-054F00616FF3}" dt="2025-11-20T10:15:25.648" v="17"/>
          <ac:grpSpMkLst>
            <pc:docMk/>
            <pc:sldMk cId="2259308896" sldId="256"/>
            <ac:grpSpMk id="14" creationId="{721D730E-1F97-4071-B143-B05E6D2599BC}"/>
          </ac:grpSpMkLst>
        </pc:grpChg>
      </pc:sldChg>
      <pc:sldChg chg="addSp delSp modSp mod setBg">
        <pc:chgData name="Panigrahy Pratibha/SynapseWave/MATCH" userId="S::panigrahy.pratibha@synapsewave.com::ab9554af-ef59-4edb-bff0-c65bd6d078f2" providerId="AD" clId="Web-{4C35A53E-1F6B-9E66-56F8-054F00616FF3}" dt="2025-11-20T10:24:23.672" v="62" actId="1076"/>
        <pc:sldMkLst>
          <pc:docMk/>
          <pc:sldMk cId="1325608595" sldId="257"/>
        </pc:sldMkLst>
        <pc:spChg chg="mod">
          <ac:chgData name="Panigrahy Pratibha/SynapseWave/MATCH" userId="S::panigrahy.pratibha@synapsewave.com::ab9554af-ef59-4edb-bff0-c65bd6d078f2" providerId="AD" clId="Web-{4C35A53E-1F6B-9E66-56F8-054F00616FF3}" dt="2025-11-20T10:23:54.812" v="60" actId="20577"/>
          <ac:spMkLst>
            <pc:docMk/>
            <pc:sldMk cId="1325608595" sldId="257"/>
            <ac:spMk id="2" creationId="{912DF434-28DB-4621-A497-D62C41CE0419}"/>
          </ac:spMkLst>
        </pc:spChg>
        <pc:spChg chg="del mod">
          <ac:chgData name="Panigrahy Pratibha/SynapseWave/MATCH" userId="S::panigrahy.pratibha@synapsewave.com::ab9554af-ef59-4edb-bff0-c65bd6d078f2" providerId="AD" clId="Web-{4C35A53E-1F6B-9E66-56F8-054F00616FF3}" dt="2025-11-20T10:15:54.586" v="19"/>
          <ac:spMkLst>
            <pc:docMk/>
            <pc:sldMk cId="1325608595" sldId="257"/>
            <ac:spMk id="3" creationId="{22788C46-D0BC-4307-AE55-7601A139E7CB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9:44.540" v="30" actId="20577"/>
          <ac:spMkLst>
            <pc:docMk/>
            <pc:sldMk cId="1325608595" sldId="257"/>
            <ac:spMk id="5" creationId="{6209FEB4-4C5C-EB43-9696-7B42453DB79B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5:54.586" v="19"/>
          <ac:spMkLst>
            <pc:docMk/>
            <pc:sldMk cId="1325608595" sldId="257"/>
            <ac:spMk id="6" creationId="{60D470D0-6D64-5E42-9515-048F8779CD5E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15:54.586" v="19"/>
          <ac:spMkLst>
            <pc:docMk/>
            <pc:sldMk cId="1325608595" sldId="257"/>
            <ac:spMk id="11" creationId="{907EF6B7-1338-4443-8C46-6A318D952DFD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15:54.586" v="19"/>
          <ac:spMkLst>
            <pc:docMk/>
            <pc:sldMk cId="1325608595" sldId="257"/>
            <ac:spMk id="13" creationId="{DAAE4CDD-124C-4DCF-9584-B6033B545DD5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15:54.586" v="19"/>
          <ac:spMkLst>
            <pc:docMk/>
            <pc:sldMk cId="1325608595" sldId="257"/>
            <ac:spMk id="15" creationId="{081E4A58-353D-44AE-B2FC-2A74E2E400F7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19:20.477" v="29"/>
          <ac:spMkLst>
            <pc:docMk/>
            <pc:sldMk cId="1325608595" sldId="257"/>
            <ac:spMk id="22" creationId="{B50AB553-2A96-4A92-96F2-93548E096954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9:20.477" v="29"/>
          <ac:spMkLst>
            <pc:docMk/>
            <pc:sldMk cId="1325608595" sldId="257"/>
            <ac:spMk id="27" creationId="{B6FACB3C-9069-4791-BC5C-0DB7CD19B853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9:20.477" v="29"/>
          <ac:spMkLst>
            <pc:docMk/>
            <pc:sldMk cId="1325608595" sldId="257"/>
            <ac:spMk id="29" creationId="{71F2038E-D777-4B76-81DD-DD13EE91B9DD}"/>
          </ac:spMkLst>
        </pc:spChg>
        <pc:grpChg chg="add">
          <ac:chgData name="Panigrahy Pratibha/SynapseWave/MATCH" userId="S::panigrahy.pratibha@synapsewave.com::ab9554af-ef59-4edb-bff0-c65bd6d078f2" providerId="AD" clId="Web-{4C35A53E-1F6B-9E66-56F8-054F00616FF3}" dt="2025-11-20T10:19:20.477" v="29"/>
          <ac:grpSpMkLst>
            <pc:docMk/>
            <pc:sldMk cId="1325608595" sldId="257"/>
            <ac:grpSpMk id="31" creationId="{DD354807-230F-4402-B1B9-F733A8F1F190}"/>
          </ac:grpSpMkLst>
        </pc:grpChg>
        <pc:graphicFrameChg chg="add mod modGraphic">
          <ac:chgData name="Panigrahy Pratibha/SynapseWave/MATCH" userId="S::panigrahy.pratibha@synapsewave.com::ab9554af-ef59-4edb-bff0-c65bd6d078f2" providerId="AD" clId="Web-{4C35A53E-1F6B-9E66-56F8-054F00616FF3}" dt="2025-11-20T10:24:23.672" v="62" actId="1076"/>
          <ac:graphicFrameMkLst>
            <pc:docMk/>
            <pc:sldMk cId="1325608595" sldId="257"/>
            <ac:graphicFrameMk id="17" creationId="{951E0739-A508-68EE-ECEF-34AA29EBA8F8}"/>
          </ac:graphicFrameMkLst>
        </pc:graphicFrameChg>
        <pc:picChg chg="add mod ord">
          <ac:chgData name="Panigrahy Pratibha/SynapseWave/MATCH" userId="S::panigrahy.pratibha@synapsewave.com::ab9554af-ef59-4edb-bff0-c65bd6d078f2" providerId="AD" clId="Web-{4C35A53E-1F6B-9E66-56F8-054F00616FF3}" dt="2025-11-20T10:19:20.477" v="29"/>
          <ac:picMkLst>
            <pc:docMk/>
            <pc:sldMk cId="1325608595" sldId="257"/>
            <ac:picMk id="18" creationId="{E512C794-564D-B3A7-F057-863D7B53E61A}"/>
          </ac:picMkLst>
        </pc:picChg>
      </pc:sldChg>
      <pc:sldChg chg="addSp delSp modSp mod setBg">
        <pc:chgData name="Panigrahy Pratibha/SynapseWave/MATCH" userId="S::panigrahy.pratibha@synapsewave.com::ab9554af-ef59-4edb-bff0-c65bd6d078f2" providerId="AD" clId="Web-{4C35A53E-1F6B-9E66-56F8-054F00616FF3}" dt="2025-11-20T10:19:48.978" v="31" actId="20577"/>
        <pc:sldMkLst>
          <pc:docMk/>
          <pc:sldMk cId="1639799154" sldId="258"/>
        </pc:sldMkLst>
        <pc:spChg chg="mod">
          <ac:chgData name="Panigrahy Pratibha/SynapseWave/MATCH" userId="S::panigrahy.pratibha@synapsewave.com::ab9554af-ef59-4edb-bff0-c65bd6d078f2" providerId="AD" clId="Web-{4C35A53E-1F6B-9E66-56F8-054F00616FF3}" dt="2025-11-20T10:19:07.634" v="28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9:07.634" v="28"/>
          <ac:spMkLst>
            <pc:docMk/>
            <pc:sldMk cId="1639799154" sldId="258"/>
            <ac:spMk id="3" creationId="{95B371F2-DBA5-415A-82C8-651F587B857A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9:48.978" v="31" actId="20577"/>
          <ac:spMkLst>
            <pc:docMk/>
            <pc:sldMk cId="1639799154" sldId="258"/>
            <ac:spMk id="5" creationId="{D593FA18-50D6-0344-B477-1D7C91CF4029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9:07.634" v="28"/>
          <ac:spMkLst>
            <pc:docMk/>
            <pc:sldMk cId="1639799154" sldId="258"/>
            <ac:spMk id="6" creationId="{134C72D2-EFDF-844A-8472-CB49A59B127B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19:07.634" v="28"/>
          <ac:spMkLst>
            <pc:docMk/>
            <pc:sldMk cId="1639799154" sldId="258"/>
            <ac:spMk id="11" creationId="{907EF6B7-1338-4443-8C46-6A318D952DFD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19:07.634" v="28"/>
          <ac:spMkLst>
            <pc:docMk/>
            <pc:sldMk cId="1639799154" sldId="258"/>
            <ac:spMk id="13" creationId="{DAAE4CDD-124C-4DCF-9584-B6033B545DD5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19:07.634" v="28"/>
          <ac:spMkLst>
            <pc:docMk/>
            <pc:sldMk cId="1639799154" sldId="258"/>
            <ac:spMk id="15" creationId="{081E4A58-353D-44AE-B2FC-2A74E2E400F7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9:07.634" v="28"/>
          <ac:spMkLst>
            <pc:docMk/>
            <pc:sldMk cId="1639799154" sldId="258"/>
            <ac:spMk id="20" creationId="{D038248A-211C-4EEC-8401-C761B929FB52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9:07.634" v="28"/>
          <ac:spMkLst>
            <pc:docMk/>
            <pc:sldMk cId="1639799154" sldId="258"/>
            <ac:spMk id="22" creationId="{C30A849F-66D9-40C8-BEC8-35AFF8F4568F}"/>
          </ac:spMkLst>
        </pc:spChg>
        <pc:grpChg chg="add">
          <ac:chgData name="Panigrahy Pratibha/SynapseWave/MATCH" userId="S::panigrahy.pratibha@synapsewave.com::ab9554af-ef59-4edb-bff0-c65bd6d078f2" providerId="AD" clId="Web-{4C35A53E-1F6B-9E66-56F8-054F00616FF3}" dt="2025-11-20T10:19:07.634" v="28"/>
          <ac:grpSpMkLst>
            <pc:docMk/>
            <pc:sldMk cId="1639799154" sldId="258"/>
            <ac:grpSpMk id="24" creationId="{04542298-A2B1-480F-A11C-A40EDD19B857}"/>
          </ac:grpSpMkLst>
        </pc:grpChg>
      </pc:sldChg>
      <pc:sldChg chg="addSp modSp mod setBg">
        <pc:chgData name="Panigrahy Pratibha/SynapseWave/MATCH" userId="S::panigrahy.pratibha@synapsewave.com::ab9554af-ef59-4edb-bff0-c65bd6d078f2" providerId="AD" clId="Web-{4C35A53E-1F6B-9E66-56F8-054F00616FF3}" dt="2025-11-20T10:16:23.461" v="22" actId="20577"/>
        <pc:sldMkLst>
          <pc:docMk/>
          <pc:sldMk cId="3446797337" sldId="259"/>
        </pc:sldMkLst>
        <pc:spChg chg="mod">
          <ac:chgData name="Panigrahy Pratibha/SynapseWave/MATCH" userId="S::panigrahy.pratibha@synapsewave.com::ab9554af-ef59-4edb-bff0-c65bd6d078f2" providerId="AD" clId="Web-{4C35A53E-1F6B-9E66-56F8-054F00616FF3}" dt="2025-11-20T10:16:09.649" v="20"/>
          <ac:spMkLst>
            <pc:docMk/>
            <pc:sldMk cId="3446797337" sldId="259"/>
            <ac:spMk id="2" creationId="{8460295B-54B9-4937-90E3-BAB9CE69E30B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6:23.461" v="22" actId="20577"/>
          <ac:spMkLst>
            <pc:docMk/>
            <pc:sldMk cId="3446797337" sldId="259"/>
            <ac:spMk id="4" creationId="{D51A6D85-3837-435F-A342-5A3F98172B12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6:09.649" v="20"/>
          <ac:spMkLst>
            <pc:docMk/>
            <pc:sldMk cId="3446797337" sldId="259"/>
            <ac:spMk id="9" creationId="{1EADCAF8-8823-4E89-8612-21029831A4B2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6:09.649" v="20"/>
          <ac:spMkLst>
            <pc:docMk/>
            <pc:sldMk cId="3446797337" sldId="259"/>
            <ac:spMk id="11" creationId="{28CA07B2-0819-4B62-9425-7A52BBDD7070}"/>
          </ac:spMkLst>
        </pc:spChg>
        <pc:grpChg chg="add">
          <ac:chgData name="Panigrahy Pratibha/SynapseWave/MATCH" userId="S::panigrahy.pratibha@synapsewave.com::ab9554af-ef59-4edb-bff0-c65bd6d078f2" providerId="AD" clId="Web-{4C35A53E-1F6B-9E66-56F8-054F00616FF3}" dt="2025-11-20T10:16:09.649" v="20"/>
          <ac:grpSpMkLst>
            <pc:docMk/>
            <pc:sldMk cId="3446797337" sldId="259"/>
            <ac:grpSpMk id="13" creationId="{DA02BEE4-A5D4-40AF-882D-49D34B086FFF}"/>
          </ac:grpSpMkLst>
        </pc:grpChg>
      </pc:sldChg>
      <pc:sldChg chg="addSp modSp mod setBg">
        <pc:chgData name="Panigrahy Pratibha/SynapseWave/MATCH" userId="S::panigrahy.pratibha@synapsewave.com::ab9554af-ef59-4edb-bff0-c65bd6d078f2" providerId="AD" clId="Web-{4C35A53E-1F6B-9E66-56F8-054F00616FF3}" dt="2025-11-20T10:16:41.446" v="23"/>
        <pc:sldMkLst>
          <pc:docMk/>
          <pc:sldMk cId="4212917468" sldId="260"/>
        </pc:sldMkLst>
        <pc:spChg chg="mod">
          <ac:chgData name="Panigrahy Pratibha/SynapseWave/MATCH" userId="S::panigrahy.pratibha@synapsewave.com::ab9554af-ef59-4edb-bff0-c65bd6d078f2" providerId="AD" clId="Web-{4C35A53E-1F6B-9E66-56F8-054F00616FF3}" dt="2025-11-20T10:16:41.446" v="23"/>
          <ac:spMkLst>
            <pc:docMk/>
            <pc:sldMk cId="4212917468" sldId="260"/>
            <ac:spMk id="2" creationId="{F96F75DE-8A44-4EC5-83C6-95BDDF10DFD9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6:41.446" v="23"/>
          <ac:spMkLst>
            <pc:docMk/>
            <pc:sldMk cId="4212917468" sldId="260"/>
            <ac:spMk id="5" creationId="{0A79A912-225F-BE40-9F3E-0255524448CD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6:41.446" v="23"/>
          <ac:spMkLst>
            <pc:docMk/>
            <pc:sldMk cId="4212917468" sldId="260"/>
            <ac:spMk id="6" creationId="{50B6C709-8794-DF4E-A15C-6E648F09DD12}"/>
          </ac:spMkLst>
        </pc:spChg>
        <pc:spChg chg="mod ord">
          <ac:chgData name="Panigrahy Pratibha/SynapseWave/MATCH" userId="S::panigrahy.pratibha@synapsewave.com::ab9554af-ef59-4edb-bff0-c65bd6d078f2" providerId="AD" clId="Web-{4C35A53E-1F6B-9E66-56F8-054F00616FF3}" dt="2025-11-20T10:16:41.446" v="23"/>
          <ac:spMkLst>
            <pc:docMk/>
            <pc:sldMk cId="4212917468" sldId="260"/>
            <ac:spMk id="11" creationId="{3C9D18D8-9F87-D88D-C438-67FDA81A17CF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6:41.446" v="23"/>
          <ac:spMkLst>
            <pc:docMk/>
            <pc:sldMk cId="4212917468" sldId="260"/>
            <ac:spMk id="16" creationId="{43C823D3-D619-407C-89E0-C6F6B1E7A42A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6:41.446" v="23"/>
          <ac:spMkLst>
            <pc:docMk/>
            <pc:sldMk cId="4212917468" sldId="260"/>
            <ac:spMk id="18" creationId="{047F8E3E-2FFA-4A0F-B3C7-E57ADDCFB415}"/>
          </ac:spMkLst>
        </pc:spChg>
        <pc:grpChg chg="add">
          <ac:chgData name="Panigrahy Pratibha/SynapseWave/MATCH" userId="S::panigrahy.pratibha@synapsewave.com::ab9554af-ef59-4edb-bff0-c65bd6d078f2" providerId="AD" clId="Web-{4C35A53E-1F6B-9E66-56F8-054F00616FF3}" dt="2025-11-20T10:16:41.446" v="23"/>
          <ac:grpSpMkLst>
            <pc:docMk/>
            <pc:sldMk cId="4212917468" sldId="260"/>
            <ac:grpSpMk id="20" creationId="{33D939F1-7ABE-4D0E-946A-43F37F556AFD}"/>
          </ac:grpSpMkLst>
        </pc:grpChg>
        <pc:grpChg chg="add">
          <ac:chgData name="Panigrahy Pratibha/SynapseWave/MATCH" userId="S::panigrahy.pratibha@synapsewave.com::ab9554af-ef59-4edb-bff0-c65bd6d078f2" providerId="AD" clId="Web-{4C35A53E-1F6B-9E66-56F8-054F00616FF3}" dt="2025-11-20T10:16:41.446" v="23"/>
          <ac:grpSpMkLst>
            <pc:docMk/>
            <pc:sldMk cId="4212917468" sldId="260"/>
            <ac:grpSpMk id="26" creationId="{9DB3963A-4187-4A72-9DA4-CA6BADE22931}"/>
          </ac:grpSpMkLst>
        </pc:grpChg>
      </pc:sldChg>
      <pc:sldChg chg="addSp modSp mod setBg">
        <pc:chgData name="Panigrahy Pratibha/SynapseWave/MATCH" userId="S::panigrahy.pratibha@synapsewave.com::ab9554af-ef59-4edb-bff0-c65bd6d078f2" providerId="AD" clId="Web-{4C35A53E-1F6B-9E66-56F8-054F00616FF3}" dt="2025-11-20T10:26:41.517" v="64" actId="20577"/>
        <pc:sldMkLst>
          <pc:docMk/>
          <pc:sldMk cId="445070695" sldId="267"/>
        </pc:sldMkLst>
        <pc:spChg chg="mod">
          <ac:chgData name="Panigrahy Pratibha/SynapseWave/MATCH" userId="S::panigrahy.pratibha@synapsewave.com::ab9554af-ef59-4edb-bff0-c65bd6d078f2" providerId="AD" clId="Web-{4C35A53E-1F6B-9E66-56F8-054F00616FF3}" dt="2025-11-20T10:17:23.383" v="24"/>
          <ac:spMkLst>
            <pc:docMk/>
            <pc:sldMk cId="445070695" sldId="267"/>
            <ac:spMk id="2" creationId="{42D1A202-23A3-4F3A-AA92-0172C8D2DA06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26:41.517" v="64" actId="20577"/>
          <ac:spMkLst>
            <pc:docMk/>
            <pc:sldMk cId="445070695" sldId="267"/>
            <ac:spMk id="3" creationId="{7B943E7C-A74D-4CB3-844B-51917C88C95F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20:03.260" v="33" actId="20577"/>
          <ac:spMkLst>
            <pc:docMk/>
            <pc:sldMk cId="445070695" sldId="267"/>
            <ac:spMk id="5" creationId="{03FD8152-D9C3-204A-9444-45CD4F180EB4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17:23.383" v="24"/>
          <ac:spMkLst>
            <pc:docMk/>
            <pc:sldMk cId="445070695" sldId="267"/>
            <ac:spMk id="6" creationId="{B25B7362-01DC-0E4C-9B34-0DF3FD449CAD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7:23.383" v="24"/>
          <ac:spMkLst>
            <pc:docMk/>
            <pc:sldMk cId="445070695" sldId="267"/>
            <ac:spMk id="11" creationId="{18873D23-2DCF-4B31-A009-95721C06E8E1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7:23.383" v="24"/>
          <ac:spMkLst>
            <pc:docMk/>
            <pc:sldMk cId="445070695" sldId="267"/>
            <ac:spMk id="13" creationId="{C13EF075-D4EF-4929-ADBC-91B27DA19955}"/>
          </ac:spMkLst>
        </pc:spChg>
        <pc:grpChg chg="add">
          <ac:chgData name="Panigrahy Pratibha/SynapseWave/MATCH" userId="S::panigrahy.pratibha@synapsewave.com::ab9554af-ef59-4edb-bff0-c65bd6d078f2" providerId="AD" clId="Web-{4C35A53E-1F6B-9E66-56F8-054F00616FF3}" dt="2025-11-20T10:17:23.383" v="24"/>
          <ac:grpSpMkLst>
            <pc:docMk/>
            <pc:sldMk cId="445070695" sldId="267"/>
            <ac:grpSpMk id="15" creationId="{DAA26DFA-AAB2-4973-9C17-16D587C7B198}"/>
          </ac:grpSpMkLst>
        </pc:grpChg>
      </pc:sldChg>
      <pc:sldChg chg="modSp del">
        <pc:chgData name="Panigrahy Pratibha/SynapseWave/MATCH" userId="S::panigrahy.pratibha@synapsewave.com::ab9554af-ef59-4edb-bff0-c65bd6d078f2" providerId="AD" clId="Web-{4C35A53E-1F6B-9E66-56F8-054F00616FF3}" dt="2025-11-20T10:22:20.966" v="52"/>
        <pc:sldMkLst>
          <pc:docMk/>
          <pc:sldMk cId="3335690284" sldId="271"/>
        </pc:sldMkLst>
        <pc:spChg chg="mod">
          <ac:chgData name="Panigrahy Pratibha/SynapseWave/MATCH" userId="S::panigrahy.pratibha@synapsewave.com::ab9554af-ef59-4edb-bff0-c65bd6d078f2" providerId="AD" clId="Web-{4C35A53E-1F6B-9E66-56F8-054F00616FF3}" dt="2025-11-20T10:19:56.666" v="32" actId="20577"/>
          <ac:spMkLst>
            <pc:docMk/>
            <pc:sldMk cId="3335690284" sldId="271"/>
            <ac:spMk id="4" creationId="{BCF90246-DFB2-A340-AADC-E85D28C31B3E}"/>
          </ac:spMkLst>
        </pc:spChg>
      </pc:sldChg>
      <pc:sldChg chg="addSp delSp modSp mod setBg">
        <pc:chgData name="Panigrahy Pratibha/SynapseWave/MATCH" userId="S::panigrahy.pratibha@synapsewave.com::ab9554af-ef59-4edb-bff0-c65bd6d078f2" providerId="AD" clId="Web-{4C35A53E-1F6B-9E66-56F8-054F00616FF3}" dt="2025-11-20T10:22:10.826" v="51" actId="20577"/>
        <pc:sldMkLst>
          <pc:docMk/>
          <pc:sldMk cId="926184573" sldId="275"/>
        </pc:sldMkLst>
        <pc:spChg chg="mod">
          <ac:chgData name="Panigrahy Pratibha/SynapseWave/MATCH" userId="S::panigrahy.pratibha@synapsewave.com::ab9554af-ef59-4edb-bff0-c65bd6d078f2" providerId="AD" clId="Web-{4C35A53E-1F6B-9E66-56F8-054F00616FF3}" dt="2025-11-20T10:17:35.789" v="27"/>
          <ac:spMkLst>
            <pc:docMk/>
            <pc:sldMk cId="926184573" sldId="275"/>
            <ac:spMk id="2" creationId="{69FAE308-3076-43DB-B834-DA0B0AE19AF9}"/>
          </ac:spMkLst>
        </pc:spChg>
        <pc:spChg chg="mod">
          <ac:chgData name="Panigrahy Pratibha/SynapseWave/MATCH" userId="S::panigrahy.pratibha@synapsewave.com::ab9554af-ef59-4edb-bff0-c65bd6d078f2" providerId="AD" clId="Web-{4C35A53E-1F6B-9E66-56F8-054F00616FF3}" dt="2025-11-20T10:22:10.826" v="51" actId="20577"/>
          <ac:spMkLst>
            <pc:docMk/>
            <pc:sldMk cId="926184573" sldId="275"/>
            <ac:spMk id="3" creationId="{BABC2CE0-8806-4B2A-A10A-32984D317434}"/>
          </ac:spMkLst>
        </pc:spChg>
        <pc:spChg chg="add del mod">
          <ac:chgData name="Panigrahy Pratibha/SynapseWave/MATCH" userId="S::panigrahy.pratibha@synapsewave.com::ab9554af-ef59-4edb-bff0-c65bd6d078f2" providerId="AD" clId="Web-{4C35A53E-1F6B-9E66-56F8-054F00616FF3}" dt="2025-11-20T10:21:04.246" v="39"/>
          <ac:spMkLst>
            <pc:docMk/>
            <pc:sldMk cId="926184573" sldId="275"/>
            <ac:spMk id="5" creationId="{8B51C3CC-A45B-1A7B-9FA3-B3A1166FCFC5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17:35.774" v="26"/>
          <ac:spMkLst>
            <pc:docMk/>
            <pc:sldMk cId="926184573" sldId="275"/>
            <ac:spMk id="8" creationId="{1EADCAF8-8823-4E89-8612-21029831A4B2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21:07.809" v="40"/>
          <ac:spMkLst>
            <pc:docMk/>
            <pc:sldMk cId="926184573" sldId="275"/>
            <ac:spMk id="9" creationId="{722DBC64-47B0-64FF-384D-FD197B95C214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17:35.774" v="26"/>
          <ac:spMkLst>
            <pc:docMk/>
            <pc:sldMk cId="926184573" sldId="275"/>
            <ac:spMk id="10" creationId="{28CA07B2-0819-4B62-9425-7A52BBDD7070}"/>
          </ac:spMkLst>
        </pc:spChg>
        <pc:spChg chg="add del mod">
          <ac:chgData name="Panigrahy Pratibha/SynapseWave/MATCH" userId="S::panigrahy.pratibha@synapsewave.com::ab9554af-ef59-4edb-bff0-c65bd6d078f2" providerId="AD" clId="Web-{4C35A53E-1F6B-9E66-56F8-054F00616FF3}" dt="2025-11-20T10:21:30.028" v="42"/>
          <ac:spMkLst>
            <pc:docMk/>
            <pc:sldMk cId="926184573" sldId="275"/>
            <ac:spMk id="20" creationId="{D19B6816-97B9-5B0F-30E0-FB48EAA58301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7:35.789" v="27"/>
          <ac:spMkLst>
            <pc:docMk/>
            <pc:sldMk cId="926184573" sldId="275"/>
            <ac:spMk id="21" creationId="{A3363022-C969-41E9-8EB2-E4C94908C1FA}"/>
          </ac:spMkLst>
        </pc:spChg>
        <pc:spChg chg="add">
          <ac:chgData name="Panigrahy Pratibha/SynapseWave/MATCH" userId="S::panigrahy.pratibha@synapsewave.com::ab9554af-ef59-4edb-bff0-c65bd6d078f2" providerId="AD" clId="Web-{4C35A53E-1F6B-9E66-56F8-054F00616FF3}" dt="2025-11-20T10:17:35.789" v="27"/>
          <ac:spMkLst>
            <pc:docMk/>
            <pc:sldMk cId="926184573" sldId="275"/>
            <ac:spMk id="22" creationId="{8D1AD6B3-BE88-4CEB-BA17-790657CC4729}"/>
          </ac:spMkLst>
        </pc:spChg>
        <pc:spChg chg="add del">
          <ac:chgData name="Panigrahy Pratibha/SynapseWave/MATCH" userId="S::panigrahy.pratibha@synapsewave.com::ab9554af-ef59-4edb-bff0-c65bd6d078f2" providerId="AD" clId="Web-{4C35A53E-1F6B-9E66-56F8-054F00616FF3}" dt="2025-11-20T10:21:32.919" v="43"/>
          <ac:spMkLst>
            <pc:docMk/>
            <pc:sldMk cId="926184573" sldId="275"/>
            <ac:spMk id="24" creationId="{F57A4C45-C9B8-34E0-5C86-94A6013F71AA}"/>
          </ac:spMkLst>
        </pc:spChg>
        <pc:grpChg chg="add del">
          <ac:chgData name="Panigrahy Pratibha/SynapseWave/MATCH" userId="S::panigrahy.pratibha@synapsewave.com::ab9554af-ef59-4edb-bff0-c65bd6d078f2" providerId="AD" clId="Web-{4C35A53E-1F6B-9E66-56F8-054F00616FF3}" dt="2025-11-20T10:17:35.774" v="26"/>
          <ac:grpSpMkLst>
            <pc:docMk/>
            <pc:sldMk cId="926184573" sldId="275"/>
            <ac:grpSpMk id="12" creationId="{DA02BEE4-A5D4-40AF-882D-49D34B086FFF}"/>
          </ac:grpSpMkLst>
        </pc:grpChg>
        <pc:grpChg chg="add">
          <ac:chgData name="Panigrahy Pratibha/SynapseWave/MATCH" userId="S::panigrahy.pratibha@synapsewave.com::ab9554af-ef59-4edb-bff0-c65bd6d078f2" providerId="AD" clId="Web-{4C35A53E-1F6B-9E66-56F8-054F00616FF3}" dt="2025-11-20T10:17:35.789" v="27"/>
          <ac:grpSpMkLst>
            <pc:docMk/>
            <pc:sldMk cId="926184573" sldId="275"/>
            <ac:grpSpMk id="14" creationId="{89D1390B-7E13-4B4F-9CB2-391063412E54}"/>
          </ac:grpSpMkLst>
        </pc:grpChg>
        <pc:picChg chg="add">
          <ac:chgData name="Panigrahy Pratibha/SynapseWave/MATCH" userId="S::panigrahy.pratibha@synapsewave.com::ab9554af-ef59-4edb-bff0-c65bd6d078f2" providerId="AD" clId="Web-{4C35A53E-1F6B-9E66-56F8-054F00616FF3}" dt="2025-11-20T10:17:35.789" v="27"/>
          <ac:picMkLst>
            <pc:docMk/>
            <pc:sldMk cId="926184573" sldId="275"/>
            <ac:picMk id="7" creationId="{EE3BA28C-C637-0209-BC57-7D7BC0FCC598}"/>
          </ac:picMkLst>
        </pc:picChg>
      </pc:sldChg>
    </pc:docChg>
  </pc:docChgLst>
  <pc:docChgLst>
    <pc:chgData name="Panigrahy Pratibha/SynapseWave/MATCH" userId="S::panigrahy.pratibha@synapsewave.com::ab9554af-ef59-4edb-bff0-c65bd6d078f2" providerId="AD" clId="Web-{705DC23D-7ACF-4249-15CC-A4A1E2630AEA}"/>
    <pc:docChg chg="delSld modSld">
      <pc:chgData name="Panigrahy Pratibha/SynapseWave/MATCH" userId="S::panigrahy.pratibha@synapsewave.com::ab9554af-ef59-4edb-bff0-c65bd6d078f2" providerId="AD" clId="Web-{705DC23D-7ACF-4249-15CC-A4A1E2630AEA}" dt="2025-11-19T07:19:24.707" v="182" actId="14100"/>
      <pc:docMkLst>
        <pc:docMk/>
      </pc:docMkLst>
      <pc:sldChg chg="addSp delSp modSp">
        <pc:chgData name="Panigrahy Pratibha/SynapseWave/MATCH" userId="S::panigrahy.pratibha@synapsewave.com::ab9554af-ef59-4edb-bff0-c65bd6d078f2" providerId="AD" clId="Web-{705DC23D-7ACF-4249-15CC-A4A1E2630AEA}" dt="2025-11-19T06:50:16.218" v="22" actId="14100"/>
        <pc:sldMkLst>
          <pc:docMk/>
          <pc:sldMk cId="2259308896" sldId="256"/>
        </pc:sldMkLst>
        <pc:spChg chg="mod">
          <ac:chgData name="Panigrahy Pratibha/SynapseWave/MATCH" userId="S::panigrahy.pratibha@synapsewave.com::ab9554af-ef59-4edb-bff0-c65bd6d078f2" providerId="AD" clId="Web-{705DC23D-7ACF-4249-15CC-A4A1E2630AEA}" dt="2025-11-19T06:49:25.577" v="18" actId="20577"/>
          <ac:spMkLst>
            <pc:docMk/>
            <pc:sldMk cId="2259308896" sldId="256"/>
            <ac:spMk id="2" creationId="{51DF3D98-3C30-4CFC-8643-C81E829C8C25}"/>
          </ac:spMkLst>
        </pc:spChg>
        <pc:spChg chg="del mod">
          <ac:chgData name="Panigrahy Pratibha/SynapseWave/MATCH" userId="S::panigrahy.pratibha@synapsewave.com::ab9554af-ef59-4edb-bff0-c65bd6d078f2" providerId="AD" clId="Web-{705DC23D-7ACF-4249-15CC-A4A1E2630AEA}" dt="2025-11-19T06:49:05.826" v="15"/>
          <ac:spMkLst>
            <pc:docMk/>
            <pc:sldMk cId="2259308896" sldId="256"/>
            <ac:spMk id="3" creationId="{A068D447-28D3-4F5F-B2DC-FD67E9015868}"/>
          </ac:spMkLst>
        </pc:spChg>
        <pc:spChg chg="add mod">
          <ac:chgData name="Panigrahy Pratibha/SynapseWave/MATCH" userId="S::panigrahy.pratibha@synapsewave.com::ab9554af-ef59-4edb-bff0-c65bd6d078f2" providerId="AD" clId="Web-{705DC23D-7ACF-4249-15CC-A4A1E2630AEA}" dt="2025-11-19T06:50:16.218" v="22" actId="14100"/>
          <ac:spMkLst>
            <pc:docMk/>
            <pc:sldMk cId="2259308896" sldId="256"/>
            <ac:spMk id="5" creationId="{F91FB3C1-B8F0-130D-9082-7DA9C85941A5}"/>
          </ac:spMkLst>
        </pc:spChg>
      </pc:sldChg>
      <pc:sldChg chg="modSp">
        <pc:chgData name="Panigrahy Pratibha/SynapseWave/MATCH" userId="S::panigrahy.pratibha@synapsewave.com::ab9554af-ef59-4edb-bff0-c65bd6d078f2" providerId="AD" clId="Web-{705DC23D-7ACF-4249-15CC-A4A1E2630AEA}" dt="2025-11-19T07:19:24.707" v="182" actId="14100"/>
        <pc:sldMkLst>
          <pc:docMk/>
          <pc:sldMk cId="1325608595" sldId="257"/>
        </pc:sldMkLst>
        <pc:spChg chg="mod">
          <ac:chgData name="Panigrahy Pratibha/SynapseWave/MATCH" userId="S::panigrahy.pratibha@synapsewave.com::ab9554af-ef59-4edb-bff0-c65bd6d078f2" providerId="AD" clId="Web-{705DC23D-7ACF-4249-15CC-A4A1E2630AEA}" dt="2025-11-19T07:17:00.113" v="173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Panigrahy Pratibha/SynapseWave/MATCH" userId="S::panigrahy.pratibha@synapsewave.com::ab9554af-ef59-4edb-bff0-c65bd6d078f2" providerId="AD" clId="Web-{705DC23D-7ACF-4249-15CC-A4A1E2630AEA}" dt="2025-11-19T07:19:24.707" v="182" actId="14100"/>
          <ac:spMkLst>
            <pc:docMk/>
            <pc:sldMk cId="1325608595" sldId="257"/>
            <ac:spMk id="3" creationId="{22788C46-D0BC-4307-AE55-7601A139E7CB}"/>
          </ac:spMkLst>
        </pc:spChg>
      </pc:sldChg>
      <pc:sldChg chg="modSp">
        <pc:chgData name="Panigrahy Pratibha/SynapseWave/MATCH" userId="S::panigrahy.pratibha@synapsewave.com::ab9554af-ef59-4edb-bff0-c65bd6d078f2" providerId="AD" clId="Web-{705DC23D-7ACF-4249-15CC-A4A1E2630AEA}" dt="2025-11-19T06:50:45.156" v="25" actId="20577"/>
        <pc:sldMkLst>
          <pc:docMk/>
          <pc:sldMk cId="1639799154" sldId="258"/>
        </pc:sldMkLst>
        <pc:spChg chg="mod">
          <ac:chgData name="Panigrahy Pratibha/SynapseWave/MATCH" userId="S::panigrahy.pratibha@synapsewave.com::ab9554af-ef59-4edb-bff0-c65bd6d078f2" providerId="AD" clId="Web-{705DC23D-7ACF-4249-15CC-A4A1E2630AEA}" dt="2025-11-19T06:50:45.156" v="25" actId="20577"/>
          <ac:spMkLst>
            <pc:docMk/>
            <pc:sldMk cId="1639799154" sldId="258"/>
            <ac:spMk id="3" creationId="{95B371F2-DBA5-415A-82C8-651F587B857A}"/>
          </ac:spMkLst>
        </pc:spChg>
      </pc:sldChg>
      <pc:sldChg chg="modSp">
        <pc:chgData name="Panigrahy Pratibha/SynapseWave/MATCH" userId="S::panigrahy.pratibha@synapsewave.com::ab9554af-ef59-4edb-bff0-c65bd6d078f2" providerId="AD" clId="Web-{705DC23D-7ACF-4249-15CC-A4A1E2630AEA}" dt="2025-11-19T06:59:53.894" v="56" actId="20577"/>
        <pc:sldMkLst>
          <pc:docMk/>
          <pc:sldMk cId="3446797337" sldId="259"/>
        </pc:sldMkLst>
        <pc:spChg chg="mod">
          <ac:chgData name="Panigrahy Pratibha/SynapseWave/MATCH" userId="S::panigrahy.pratibha@synapsewave.com::ab9554af-ef59-4edb-bff0-c65bd6d078f2" providerId="AD" clId="Web-{705DC23D-7ACF-4249-15CC-A4A1E2630AEA}" dt="2025-11-19T06:59:53.894" v="56" actId="20577"/>
          <ac:spMkLst>
            <pc:docMk/>
            <pc:sldMk cId="3446797337" sldId="259"/>
            <ac:spMk id="4" creationId="{D51A6D85-3837-435F-A342-5A3F98172B12}"/>
          </ac:spMkLst>
        </pc:spChg>
      </pc:sldChg>
      <pc:sldChg chg="addSp delSp modSp">
        <pc:chgData name="Panigrahy Pratibha/SynapseWave/MATCH" userId="S::panigrahy.pratibha@synapsewave.com::ab9554af-ef59-4edb-bff0-c65bd6d078f2" providerId="AD" clId="Web-{705DC23D-7ACF-4249-15CC-A4A1E2630AEA}" dt="2025-11-19T07:16:07.457" v="171" actId="20577"/>
        <pc:sldMkLst>
          <pc:docMk/>
          <pc:sldMk cId="4212917468" sldId="260"/>
        </pc:sldMkLst>
        <pc:spChg chg="mod">
          <ac:chgData name="Panigrahy Pratibha/SynapseWave/MATCH" userId="S::panigrahy.pratibha@synapsewave.com::ab9554af-ef59-4edb-bff0-c65bd6d078f2" providerId="AD" clId="Web-{705DC23D-7ACF-4249-15CC-A4A1E2630AEA}" dt="2025-11-19T07:16:07.457" v="171" actId="20577"/>
          <ac:spMkLst>
            <pc:docMk/>
            <pc:sldMk cId="4212917468" sldId="260"/>
            <ac:spMk id="5" creationId="{0A79A912-225F-BE40-9F3E-0255524448CD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0:33.082" v="62"/>
          <ac:spMkLst>
            <pc:docMk/>
            <pc:sldMk cId="4212917468" sldId="260"/>
            <ac:spMk id="7" creationId="{C3CFEE2B-96C9-696D-03B9-B09F8CC0E438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0:31.801" v="61"/>
          <ac:spMkLst>
            <pc:docMk/>
            <pc:sldMk cId="4212917468" sldId="260"/>
            <ac:spMk id="8" creationId="{7BEC49B4-B263-21E1-86BB-918E61633EC9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1:09.238" v="64"/>
          <ac:spMkLst>
            <pc:docMk/>
            <pc:sldMk cId="4212917468" sldId="260"/>
            <ac:spMk id="10" creationId="{0919EC9A-9C45-1C35-F8BC-4D3BA15A8349}"/>
          </ac:spMkLst>
        </pc:spChg>
        <pc:spChg chg="add mod">
          <ac:chgData name="Panigrahy Pratibha/SynapseWave/MATCH" userId="S::panigrahy.pratibha@synapsewave.com::ab9554af-ef59-4edb-bff0-c65bd6d078f2" providerId="AD" clId="Web-{705DC23D-7ACF-4249-15CC-A4A1E2630AEA}" dt="2025-11-19T07:01:59.957" v="75" actId="14100"/>
          <ac:spMkLst>
            <pc:docMk/>
            <pc:sldMk cId="4212917468" sldId="260"/>
            <ac:spMk id="11" creationId="{3C9D18D8-9F87-D88D-C438-67FDA81A17CF}"/>
          </ac:spMkLst>
        </pc:spChg>
        <pc:graphicFrameChg chg="add del">
          <ac:chgData name="Panigrahy Pratibha/SynapseWave/MATCH" userId="S::panigrahy.pratibha@synapsewave.com::ab9554af-ef59-4edb-bff0-c65bd6d078f2" providerId="AD" clId="Web-{705DC23D-7ACF-4249-15CC-A4A1E2630AEA}" dt="2025-11-19T07:00:44.723" v="63"/>
          <ac:graphicFrameMkLst>
            <pc:docMk/>
            <pc:sldMk cId="4212917468" sldId="260"/>
            <ac:graphicFrameMk id="4" creationId="{403CD5FD-27C3-4342-BE41-F411CB8D6931}"/>
          </ac:graphicFrameMkLst>
        </pc:graphicFrameChg>
      </pc:sldChg>
      <pc:sldChg chg="del">
        <pc:chgData name="Panigrahy Pratibha/SynapseWave/MATCH" userId="S::panigrahy.pratibha@synapsewave.com::ab9554af-ef59-4edb-bff0-c65bd6d078f2" providerId="AD" clId="Web-{705DC23D-7ACF-4249-15CC-A4A1E2630AEA}" dt="2025-11-19T07:06:07.385" v="130"/>
        <pc:sldMkLst>
          <pc:docMk/>
          <pc:sldMk cId="700209266" sldId="264"/>
        </pc:sldMkLst>
      </pc:sldChg>
      <pc:sldChg chg="del">
        <pc:chgData name="Panigrahy Pratibha/SynapseWave/MATCH" userId="S::panigrahy.pratibha@synapsewave.com::ab9554af-ef59-4edb-bff0-c65bd6d078f2" providerId="AD" clId="Web-{705DC23D-7ACF-4249-15CC-A4A1E2630AEA}" dt="2025-11-19T07:06:19.135" v="132"/>
        <pc:sldMkLst>
          <pc:docMk/>
          <pc:sldMk cId="2563119616" sldId="265"/>
        </pc:sldMkLst>
      </pc:sldChg>
      <pc:sldChg chg="del">
        <pc:chgData name="Panigrahy Pratibha/SynapseWave/MATCH" userId="S::panigrahy.pratibha@synapsewave.com::ab9554af-ef59-4edb-bff0-c65bd6d078f2" providerId="AD" clId="Web-{705DC23D-7ACF-4249-15CC-A4A1E2630AEA}" dt="2025-11-19T07:06:22.026" v="133"/>
        <pc:sldMkLst>
          <pc:docMk/>
          <pc:sldMk cId="2721508595" sldId="266"/>
        </pc:sldMkLst>
      </pc:sldChg>
      <pc:sldChg chg="modSp">
        <pc:chgData name="Panigrahy Pratibha/SynapseWave/MATCH" userId="S::panigrahy.pratibha@synapsewave.com::ab9554af-ef59-4edb-bff0-c65bd6d078f2" providerId="AD" clId="Web-{705DC23D-7ACF-4249-15CC-A4A1E2630AEA}" dt="2025-11-19T07:13:39.362" v="137" actId="20577"/>
        <pc:sldMkLst>
          <pc:docMk/>
          <pc:sldMk cId="445070695" sldId="267"/>
        </pc:sldMkLst>
        <pc:spChg chg="mod">
          <ac:chgData name="Panigrahy Pratibha/SynapseWave/MATCH" userId="S::panigrahy.pratibha@synapsewave.com::ab9554af-ef59-4edb-bff0-c65bd6d078f2" providerId="AD" clId="Web-{705DC23D-7ACF-4249-15CC-A4A1E2630AEA}" dt="2025-11-19T07:13:39.362" v="137" actId="20577"/>
          <ac:spMkLst>
            <pc:docMk/>
            <pc:sldMk cId="445070695" sldId="267"/>
            <ac:spMk id="3" creationId="{7B943E7C-A74D-4CB3-844B-51917C88C95F}"/>
          </ac:spMkLst>
        </pc:spChg>
      </pc:sldChg>
      <pc:sldChg chg="del">
        <pc:chgData name="Panigrahy Pratibha/SynapseWave/MATCH" userId="S::panigrahy.pratibha@synapsewave.com::ab9554af-ef59-4edb-bff0-c65bd6d078f2" providerId="AD" clId="Web-{705DC23D-7ACF-4249-15CC-A4A1E2630AEA}" dt="2025-11-19T07:06:01.619" v="129"/>
        <pc:sldMkLst>
          <pc:docMk/>
          <pc:sldMk cId="3396266754" sldId="269"/>
        </pc:sldMkLst>
      </pc:sldChg>
      <pc:sldChg chg="del">
        <pc:chgData name="Panigrahy Pratibha/SynapseWave/MATCH" userId="S::panigrahy.pratibha@synapsewave.com::ab9554af-ef59-4edb-bff0-c65bd6d078f2" providerId="AD" clId="Web-{705DC23D-7ACF-4249-15CC-A4A1E2630AEA}" dt="2025-11-19T07:06:11.729" v="131"/>
        <pc:sldMkLst>
          <pc:docMk/>
          <pc:sldMk cId="932498405" sldId="270"/>
        </pc:sldMkLst>
      </pc:sldChg>
      <pc:sldChg chg="addSp delSp modSp">
        <pc:chgData name="Panigrahy Pratibha/SynapseWave/MATCH" userId="S::panigrahy.pratibha@synapsewave.com::ab9554af-ef59-4edb-bff0-c65bd6d078f2" providerId="AD" clId="Web-{705DC23D-7ACF-4249-15CC-A4A1E2630AEA}" dt="2025-11-19T07:10:36.951" v="134" actId="20577"/>
        <pc:sldMkLst>
          <pc:docMk/>
          <pc:sldMk cId="3335690284" sldId="271"/>
        </pc:sldMkLst>
        <pc:spChg chg="add del mod">
          <ac:chgData name="Panigrahy Pratibha/SynapseWave/MATCH" userId="S::panigrahy.pratibha@synapsewave.com::ab9554af-ef59-4edb-bff0-c65bd6d078f2" providerId="AD" clId="Web-{705DC23D-7ACF-4249-15CC-A4A1E2630AEA}" dt="2025-11-19T07:03:31.132" v="78"/>
          <ac:spMkLst>
            <pc:docMk/>
            <pc:sldMk cId="3335690284" sldId="271"/>
            <ac:spMk id="6" creationId="{0250833D-8E4B-11FD-CD88-592F38505007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4:10.477" v="92"/>
          <ac:spMkLst>
            <pc:docMk/>
            <pc:sldMk cId="3335690284" sldId="271"/>
            <ac:spMk id="8" creationId="{5B47B44A-B7EC-0175-2219-C0FDEED32FFA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4:08.633" v="91"/>
          <ac:spMkLst>
            <pc:docMk/>
            <pc:sldMk cId="3335690284" sldId="271"/>
            <ac:spMk id="10" creationId="{D77DAADA-C281-DA01-64E4-AFE9DBC2D3BB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4:06.242" v="90"/>
          <ac:spMkLst>
            <pc:docMk/>
            <pc:sldMk cId="3335690284" sldId="271"/>
            <ac:spMk id="12" creationId="{3E0E7380-073A-A1BB-31FC-7C3509197430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4:03.867" v="89"/>
          <ac:spMkLst>
            <pc:docMk/>
            <pc:sldMk cId="3335690284" sldId="271"/>
            <ac:spMk id="14" creationId="{1DE70D74-901A-7F24-40AC-981F4C6B59FF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4:01.008" v="88"/>
          <ac:spMkLst>
            <pc:docMk/>
            <pc:sldMk cId="3335690284" sldId="271"/>
            <ac:spMk id="16" creationId="{83A16D56-AB5E-67CE-C074-5B5C1A5E55C8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3:50.304" v="86"/>
          <ac:spMkLst>
            <pc:docMk/>
            <pc:sldMk cId="3335690284" sldId="271"/>
            <ac:spMk id="18" creationId="{94832BC8-03C0-8110-6BF7-7274C5F17902}"/>
          </ac:spMkLst>
        </pc:spChg>
        <pc:spChg chg="add del mod">
          <ac:chgData name="Panigrahy Pratibha/SynapseWave/MATCH" userId="S::panigrahy.pratibha@synapsewave.com::ab9554af-ef59-4edb-bff0-c65bd6d078f2" providerId="AD" clId="Web-{705DC23D-7ACF-4249-15CC-A4A1E2630AEA}" dt="2025-11-19T07:03:51.523" v="87"/>
          <ac:spMkLst>
            <pc:docMk/>
            <pc:sldMk cId="3335690284" sldId="271"/>
            <ac:spMk id="20" creationId="{96023324-081F-E99D-3133-8071DF58AAE9}"/>
          </ac:spMkLst>
        </pc:spChg>
        <pc:spChg chg="mod">
          <ac:chgData name="Panigrahy Pratibha/SynapseWave/MATCH" userId="S::panigrahy.pratibha@synapsewave.com::ab9554af-ef59-4edb-bff0-c65bd6d078f2" providerId="AD" clId="Web-{705DC23D-7ACF-4249-15CC-A4A1E2630AEA}" dt="2025-11-19T07:10:36.951" v="134" actId="20577"/>
          <ac:spMkLst>
            <pc:docMk/>
            <pc:sldMk cId="3335690284" sldId="271"/>
            <ac:spMk id="34" creationId="{C1C92E27-D550-F44E-8491-927F819E72B8}"/>
          </ac:spMkLst>
        </pc:spChg>
        <pc:spChg chg="mod">
          <ac:chgData name="Panigrahy Pratibha/SynapseWave/MATCH" userId="S::panigrahy.pratibha@synapsewave.com::ab9554af-ef59-4edb-bff0-c65bd6d078f2" providerId="AD" clId="Web-{705DC23D-7ACF-4249-15CC-A4A1E2630AEA}" dt="2025-11-19T07:05:45.650" v="127"/>
          <ac:spMkLst>
            <pc:docMk/>
            <pc:sldMk cId="3335690284" sldId="271"/>
            <ac:spMk id="35" creationId="{7D722C50-45F7-D84B-B216-568F72D66349}"/>
          </ac:spMkLst>
        </pc:spChg>
        <pc:spChg chg="mod">
          <ac:chgData name="Panigrahy Pratibha/SynapseWave/MATCH" userId="S::panigrahy.pratibha@synapsewave.com::ab9554af-ef59-4edb-bff0-c65bd6d078f2" providerId="AD" clId="Web-{705DC23D-7ACF-4249-15CC-A4A1E2630AEA}" dt="2025-11-19T07:05:34.447" v="125"/>
          <ac:spMkLst>
            <pc:docMk/>
            <pc:sldMk cId="3335690284" sldId="271"/>
            <ac:spMk id="36" creationId="{176187A9-3EBE-F64D-AE99-021BB3767F90}"/>
          </ac:spMkLst>
        </pc:spChg>
        <pc:spChg chg="mod">
          <ac:chgData name="Panigrahy Pratibha/SynapseWave/MATCH" userId="S::panigrahy.pratibha@synapsewave.com::ab9554af-ef59-4edb-bff0-c65bd6d078f2" providerId="AD" clId="Web-{705DC23D-7ACF-4249-15CC-A4A1E2630AEA}" dt="2025-11-19T07:05:45.666" v="128"/>
          <ac:spMkLst>
            <pc:docMk/>
            <pc:sldMk cId="3335690284" sldId="271"/>
            <ac:spMk id="37" creationId="{7990731F-95DE-4F44-8EA0-E275CEAFD8A2}"/>
          </ac:spMkLst>
        </pc:spChg>
        <pc:spChg chg="del">
          <ac:chgData name="Panigrahy Pratibha/SynapseWave/MATCH" userId="S::panigrahy.pratibha@synapsewave.com::ab9554af-ef59-4edb-bff0-c65bd6d078f2" providerId="AD" clId="Web-{705DC23D-7ACF-4249-15CC-A4A1E2630AEA}" dt="2025-11-19T07:03:43.804" v="83"/>
          <ac:spMkLst>
            <pc:docMk/>
            <pc:sldMk cId="3335690284" sldId="271"/>
            <ac:spMk id="38" creationId="{5B19EE51-628F-CA4E-94B0-57E9ACA1446A}"/>
          </ac:spMkLst>
        </pc:spChg>
        <pc:spChg chg="del">
          <ac:chgData name="Panigrahy Pratibha/SynapseWave/MATCH" userId="S::panigrahy.pratibha@synapsewave.com::ab9554af-ef59-4edb-bff0-c65bd6d078f2" providerId="AD" clId="Web-{705DC23D-7ACF-4249-15CC-A4A1E2630AEA}" dt="2025-11-19T07:03:43.710" v="82"/>
          <ac:spMkLst>
            <pc:docMk/>
            <pc:sldMk cId="3335690284" sldId="271"/>
            <ac:spMk id="39" creationId="{2A6ACC78-74DF-604E-BD14-4BBE7B4EEF5B}"/>
          </ac:spMkLst>
        </pc:spChg>
        <pc:spChg chg="del">
          <ac:chgData name="Panigrahy Pratibha/SynapseWave/MATCH" userId="S::panigrahy.pratibha@synapsewave.com::ab9554af-ef59-4edb-bff0-c65bd6d078f2" providerId="AD" clId="Web-{705DC23D-7ACF-4249-15CC-A4A1E2630AEA}" dt="2025-11-19T07:03:43.585" v="80"/>
          <ac:spMkLst>
            <pc:docMk/>
            <pc:sldMk cId="3335690284" sldId="271"/>
            <ac:spMk id="40" creationId="{9DC429C0-1DEB-1F4F-AE66-C503B31B7B48}"/>
          </ac:spMkLst>
        </pc:spChg>
        <pc:spChg chg="del">
          <ac:chgData name="Panigrahy Pratibha/SynapseWave/MATCH" userId="S::panigrahy.pratibha@synapsewave.com::ab9554af-ef59-4edb-bff0-c65bd6d078f2" providerId="AD" clId="Web-{705DC23D-7ACF-4249-15CC-A4A1E2630AEA}" dt="2025-11-19T07:03:43.523" v="79"/>
          <ac:spMkLst>
            <pc:docMk/>
            <pc:sldMk cId="3335690284" sldId="271"/>
            <ac:spMk id="41" creationId="{31C0CCD4-2502-A14F-B520-7B57524EDF8E}"/>
          </ac:spMkLst>
        </pc:spChg>
        <pc:picChg chg="del">
          <ac:chgData name="Panigrahy Pratibha/SynapseWave/MATCH" userId="S::panigrahy.pratibha@synapsewave.com::ab9554af-ef59-4edb-bff0-c65bd6d078f2" providerId="AD" clId="Web-{705DC23D-7ACF-4249-15CC-A4A1E2630AEA}" dt="2025-11-19T07:03:21.772" v="77"/>
          <ac:picMkLst>
            <pc:docMk/>
            <pc:sldMk cId="3335690284" sldId="271"/>
            <ac:picMk id="42" creationId="{8BDB1906-FF07-4447-9C68-585F54C5EED2}"/>
          </ac:picMkLst>
        </pc:picChg>
        <pc:picChg chg="del">
          <ac:chgData name="Panigrahy Pratibha/SynapseWave/MATCH" userId="S::panigrahy.pratibha@synapsewave.com::ab9554af-ef59-4edb-bff0-c65bd6d078f2" providerId="AD" clId="Web-{705DC23D-7ACF-4249-15CC-A4A1E2630AEA}" dt="2025-11-19T07:03:43.945" v="85"/>
          <ac:picMkLst>
            <pc:docMk/>
            <pc:sldMk cId="3335690284" sldId="271"/>
            <ac:picMk id="43" creationId="{A82F6AEE-FCBF-0245-BB71-E76973B3A97D}"/>
          </ac:picMkLst>
        </pc:picChg>
        <pc:picChg chg="del">
          <ac:chgData name="Panigrahy Pratibha/SynapseWave/MATCH" userId="S::panigrahy.pratibha@synapsewave.com::ab9554af-ef59-4edb-bff0-c65bd6d078f2" providerId="AD" clId="Web-{705DC23D-7ACF-4249-15CC-A4A1E2630AEA}" dt="2025-11-19T07:03:43.867" v="84"/>
          <ac:picMkLst>
            <pc:docMk/>
            <pc:sldMk cId="3335690284" sldId="271"/>
            <ac:picMk id="44" creationId="{C99B7845-619A-9F40-A5C3-4C122626044D}"/>
          </ac:picMkLst>
        </pc:picChg>
        <pc:picChg chg="del">
          <ac:chgData name="Panigrahy Pratibha/SynapseWave/MATCH" userId="S::panigrahy.pratibha@synapsewave.com::ab9554af-ef59-4edb-bff0-c65bd6d078f2" providerId="AD" clId="Web-{705DC23D-7ACF-4249-15CC-A4A1E2630AEA}" dt="2025-11-19T07:03:43.648" v="81"/>
          <ac:picMkLst>
            <pc:docMk/>
            <pc:sldMk cId="3335690284" sldId="271"/>
            <ac:picMk id="45" creationId="{647F7FB2-8714-6449-A700-2E1B81F9DFB7}"/>
          </ac:picMkLst>
        </pc:picChg>
      </pc:sldChg>
      <pc:sldChg chg="del">
        <pc:chgData name="Panigrahy Pratibha/SynapseWave/MATCH" userId="S::panigrahy.pratibha@synapsewave.com::ab9554af-ef59-4edb-bff0-c65bd6d078f2" providerId="AD" clId="Web-{705DC23D-7ACF-4249-15CC-A4A1E2630AEA}" dt="2025-11-19T07:03:06.491" v="76"/>
        <pc:sldMkLst>
          <pc:docMk/>
          <pc:sldMk cId="2639983765" sldId="273"/>
        </pc:sldMkLst>
      </pc:sldChg>
      <pc:sldChg chg="modSp">
        <pc:chgData name="Panigrahy Pratibha/SynapseWave/MATCH" userId="S::panigrahy.pratibha@synapsewave.com::ab9554af-ef59-4edb-bff0-c65bd6d078f2" providerId="AD" clId="Web-{705DC23D-7ACF-4249-15CC-A4A1E2630AEA}" dt="2025-11-19T07:15:08.754" v="167" actId="14100"/>
        <pc:sldMkLst>
          <pc:docMk/>
          <pc:sldMk cId="926184573" sldId="275"/>
        </pc:sldMkLst>
        <pc:spChg chg="mod">
          <ac:chgData name="Panigrahy Pratibha/SynapseWave/MATCH" userId="S::panigrahy.pratibha@synapsewave.com::ab9554af-ef59-4edb-bff0-c65bd6d078f2" providerId="AD" clId="Web-{705DC23D-7ACF-4249-15CC-A4A1E2630AEA}" dt="2025-11-19T07:15:08.754" v="167" actId="14100"/>
          <ac:spMkLst>
            <pc:docMk/>
            <pc:sldMk cId="926184573" sldId="275"/>
            <ac:spMk id="2" creationId="{69FAE308-3076-43DB-B834-DA0B0AE19AF9}"/>
          </ac:spMkLst>
        </pc:spChg>
        <pc:spChg chg="mod">
          <ac:chgData name="Panigrahy Pratibha/SynapseWave/MATCH" userId="S::panigrahy.pratibha@synapsewave.com::ab9554af-ef59-4edb-bff0-c65bd6d078f2" providerId="AD" clId="Web-{705DC23D-7ACF-4249-15CC-A4A1E2630AEA}" dt="2025-11-19T07:15:01.348" v="166" actId="20577"/>
          <ac:spMkLst>
            <pc:docMk/>
            <pc:sldMk cId="926184573" sldId="275"/>
            <ac:spMk id="3" creationId="{BABC2CE0-8806-4B2A-A10A-32984D31743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E5C804-4847-444C-ABCD-7C846DE7AAD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56D0D6-03BF-4731-A59E-3C72B6423E91}">
      <dgm:prSet/>
      <dgm:spPr/>
      <dgm:t>
        <a:bodyPr/>
        <a:lstStyle/>
        <a:p>
          <a:r>
            <a:rPr lang="en-GB" dirty="0"/>
            <a:t>Introduction</a:t>
          </a:r>
          <a:endParaRPr lang="en-US" dirty="0"/>
        </a:p>
      </dgm:t>
    </dgm:pt>
    <dgm:pt modelId="{D2985BEF-F21D-4EF1-B5E2-F16A6ADA1FF9}" type="parTrans" cxnId="{B442B94B-A7C7-4AA9-8364-229BA6747974}">
      <dgm:prSet/>
      <dgm:spPr/>
      <dgm:t>
        <a:bodyPr/>
        <a:lstStyle/>
        <a:p>
          <a:endParaRPr lang="en-US"/>
        </a:p>
      </dgm:t>
    </dgm:pt>
    <dgm:pt modelId="{A71932D3-FB0A-4C83-86E1-449FCFC4F4A1}" type="sibTrans" cxnId="{B442B94B-A7C7-4AA9-8364-229BA6747974}">
      <dgm:prSet/>
      <dgm:spPr/>
      <dgm:t>
        <a:bodyPr/>
        <a:lstStyle/>
        <a:p>
          <a:endParaRPr lang="en-US"/>
        </a:p>
      </dgm:t>
    </dgm:pt>
    <dgm:pt modelId="{7094CB4E-A403-47BE-9AC6-B42881A8C49A}">
      <dgm:prSet/>
      <dgm:spPr/>
      <dgm:t>
        <a:bodyPr/>
        <a:lstStyle/>
        <a:p>
          <a:r>
            <a:rPr lang="en-GB" dirty="0"/>
            <a:t>Primary goals</a:t>
          </a:r>
          <a:endParaRPr lang="en-US" dirty="0"/>
        </a:p>
      </dgm:t>
    </dgm:pt>
    <dgm:pt modelId="{2DD2204F-9067-412F-8DD4-7E00153ABE1F}" type="parTrans" cxnId="{5A94CC6C-2032-4FB6-B5D3-D1D31436F567}">
      <dgm:prSet/>
      <dgm:spPr/>
      <dgm:t>
        <a:bodyPr/>
        <a:lstStyle/>
        <a:p>
          <a:endParaRPr lang="en-US"/>
        </a:p>
      </dgm:t>
    </dgm:pt>
    <dgm:pt modelId="{72B83CF6-E300-479A-B06E-44046444DAA3}" type="sibTrans" cxnId="{5A94CC6C-2032-4FB6-B5D3-D1D31436F567}">
      <dgm:prSet/>
      <dgm:spPr/>
      <dgm:t>
        <a:bodyPr/>
        <a:lstStyle/>
        <a:p>
          <a:endParaRPr lang="en-US"/>
        </a:p>
      </dgm:t>
    </dgm:pt>
    <dgm:pt modelId="{13B23F53-35C3-47EE-98B9-ABD7EE7FF8DD}">
      <dgm:prSet/>
      <dgm:spPr/>
      <dgm:t>
        <a:bodyPr/>
        <a:lstStyle/>
        <a:p>
          <a:r>
            <a:rPr lang="en-GB" dirty="0"/>
            <a:t>Areas of growth</a:t>
          </a:r>
          <a:endParaRPr lang="en-US" dirty="0"/>
        </a:p>
      </dgm:t>
    </dgm:pt>
    <dgm:pt modelId="{B0431DEC-EEA3-493D-8063-3AB7CC3D13E4}" type="parTrans" cxnId="{180EA7CA-8810-42B3-A5D2-60970DDE012E}">
      <dgm:prSet/>
      <dgm:spPr/>
      <dgm:t>
        <a:bodyPr/>
        <a:lstStyle/>
        <a:p>
          <a:endParaRPr lang="en-US"/>
        </a:p>
      </dgm:t>
    </dgm:pt>
    <dgm:pt modelId="{FCA8A423-A88F-47E3-8502-B3A33B400D75}" type="sibTrans" cxnId="{180EA7CA-8810-42B3-A5D2-60970DDE012E}">
      <dgm:prSet/>
      <dgm:spPr/>
      <dgm:t>
        <a:bodyPr/>
        <a:lstStyle/>
        <a:p>
          <a:endParaRPr lang="en-US"/>
        </a:p>
      </dgm:t>
    </dgm:pt>
    <dgm:pt modelId="{9FE47EF9-006D-4F57-929F-1273D817EC2D}">
      <dgm:prSet/>
      <dgm:spPr/>
      <dgm:t>
        <a:bodyPr/>
        <a:lstStyle/>
        <a:p>
          <a:r>
            <a:rPr lang="en-GB" dirty="0"/>
            <a:t>Summary</a:t>
          </a:r>
          <a:endParaRPr lang="en-US" dirty="0"/>
        </a:p>
      </dgm:t>
    </dgm:pt>
    <dgm:pt modelId="{31252DCF-5E31-46B8-9F4E-588DB2FBD538}" type="parTrans" cxnId="{5E7646DD-861E-4C2F-9376-66FAB7E2F62E}">
      <dgm:prSet/>
      <dgm:spPr/>
      <dgm:t>
        <a:bodyPr/>
        <a:lstStyle/>
        <a:p>
          <a:endParaRPr lang="en-US"/>
        </a:p>
      </dgm:t>
    </dgm:pt>
    <dgm:pt modelId="{2DD067F6-C26E-470C-913C-B0196F771E7F}" type="sibTrans" cxnId="{5E7646DD-861E-4C2F-9376-66FAB7E2F62E}">
      <dgm:prSet/>
      <dgm:spPr/>
      <dgm:t>
        <a:bodyPr/>
        <a:lstStyle/>
        <a:p>
          <a:endParaRPr lang="en-US"/>
        </a:p>
      </dgm:t>
    </dgm:pt>
    <dgm:pt modelId="{541AB364-685B-4E89-A51F-A4591150FF01}" type="pres">
      <dgm:prSet presAssocID="{93E5C804-4847-444C-ABCD-7C846DE7AAD0}" presName="vert0" presStyleCnt="0">
        <dgm:presLayoutVars>
          <dgm:dir/>
          <dgm:animOne val="branch"/>
          <dgm:animLvl val="lvl"/>
        </dgm:presLayoutVars>
      </dgm:prSet>
      <dgm:spPr/>
    </dgm:pt>
    <dgm:pt modelId="{DDD3FC89-ACA1-4FA1-9DFD-6E1C550C74A9}" type="pres">
      <dgm:prSet presAssocID="{3356D0D6-03BF-4731-A59E-3C72B6423E91}" presName="thickLine" presStyleLbl="alignNode1" presStyleIdx="0" presStyleCnt="4"/>
      <dgm:spPr/>
    </dgm:pt>
    <dgm:pt modelId="{9B7038F6-C25B-4F93-B3D7-312248DEDE37}" type="pres">
      <dgm:prSet presAssocID="{3356D0D6-03BF-4731-A59E-3C72B6423E91}" presName="horz1" presStyleCnt="0"/>
      <dgm:spPr/>
    </dgm:pt>
    <dgm:pt modelId="{E172E68A-A081-4127-A4BF-1A3F08DB0012}" type="pres">
      <dgm:prSet presAssocID="{3356D0D6-03BF-4731-A59E-3C72B6423E91}" presName="tx1" presStyleLbl="revTx" presStyleIdx="0" presStyleCnt="4"/>
      <dgm:spPr/>
    </dgm:pt>
    <dgm:pt modelId="{A207548F-BF11-4893-BFD4-676C80B61AEF}" type="pres">
      <dgm:prSet presAssocID="{3356D0D6-03BF-4731-A59E-3C72B6423E91}" presName="vert1" presStyleCnt="0"/>
      <dgm:spPr/>
    </dgm:pt>
    <dgm:pt modelId="{853C0B95-BFD5-42D9-92BE-94BADEF921F1}" type="pres">
      <dgm:prSet presAssocID="{7094CB4E-A403-47BE-9AC6-B42881A8C49A}" presName="thickLine" presStyleLbl="alignNode1" presStyleIdx="1" presStyleCnt="4"/>
      <dgm:spPr/>
    </dgm:pt>
    <dgm:pt modelId="{C7244A84-B3EC-4C57-8AF1-ECAC0EB15938}" type="pres">
      <dgm:prSet presAssocID="{7094CB4E-A403-47BE-9AC6-B42881A8C49A}" presName="horz1" presStyleCnt="0"/>
      <dgm:spPr/>
    </dgm:pt>
    <dgm:pt modelId="{17B29B7B-F8BC-4A22-A8FA-231188682115}" type="pres">
      <dgm:prSet presAssocID="{7094CB4E-A403-47BE-9AC6-B42881A8C49A}" presName="tx1" presStyleLbl="revTx" presStyleIdx="1" presStyleCnt="4"/>
      <dgm:spPr/>
    </dgm:pt>
    <dgm:pt modelId="{061E33D1-C1F0-49FB-9EE8-CF0A516BE5E4}" type="pres">
      <dgm:prSet presAssocID="{7094CB4E-A403-47BE-9AC6-B42881A8C49A}" presName="vert1" presStyleCnt="0"/>
      <dgm:spPr/>
    </dgm:pt>
    <dgm:pt modelId="{5B1360E3-A911-4922-A1D0-4551A3E86951}" type="pres">
      <dgm:prSet presAssocID="{13B23F53-35C3-47EE-98B9-ABD7EE7FF8DD}" presName="thickLine" presStyleLbl="alignNode1" presStyleIdx="2" presStyleCnt="4"/>
      <dgm:spPr/>
    </dgm:pt>
    <dgm:pt modelId="{B9722EA0-AB86-4D0F-933E-2EA4A855B278}" type="pres">
      <dgm:prSet presAssocID="{13B23F53-35C3-47EE-98B9-ABD7EE7FF8DD}" presName="horz1" presStyleCnt="0"/>
      <dgm:spPr/>
    </dgm:pt>
    <dgm:pt modelId="{50B1BF74-D085-4DB2-A94B-467735F1533B}" type="pres">
      <dgm:prSet presAssocID="{13B23F53-35C3-47EE-98B9-ABD7EE7FF8DD}" presName="tx1" presStyleLbl="revTx" presStyleIdx="2" presStyleCnt="4"/>
      <dgm:spPr/>
    </dgm:pt>
    <dgm:pt modelId="{1A91FD49-396A-4003-922C-CA57DD8112D9}" type="pres">
      <dgm:prSet presAssocID="{13B23F53-35C3-47EE-98B9-ABD7EE7FF8DD}" presName="vert1" presStyleCnt="0"/>
      <dgm:spPr/>
    </dgm:pt>
    <dgm:pt modelId="{0E4B24C6-3D5B-4B0F-B6BA-FEE1FE8FBA15}" type="pres">
      <dgm:prSet presAssocID="{9FE47EF9-006D-4F57-929F-1273D817EC2D}" presName="thickLine" presStyleLbl="alignNode1" presStyleIdx="3" presStyleCnt="4"/>
      <dgm:spPr/>
    </dgm:pt>
    <dgm:pt modelId="{D3A16EAF-6459-46B5-BE38-3CC99EC67391}" type="pres">
      <dgm:prSet presAssocID="{9FE47EF9-006D-4F57-929F-1273D817EC2D}" presName="horz1" presStyleCnt="0"/>
      <dgm:spPr/>
    </dgm:pt>
    <dgm:pt modelId="{99D2B191-514E-4ED1-A510-47E0B681B3C8}" type="pres">
      <dgm:prSet presAssocID="{9FE47EF9-006D-4F57-929F-1273D817EC2D}" presName="tx1" presStyleLbl="revTx" presStyleIdx="3" presStyleCnt="4"/>
      <dgm:spPr/>
    </dgm:pt>
    <dgm:pt modelId="{9DF34B0B-FE11-42F4-8272-8085156A674F}" type="pres">
      <dgm:prSet presAssocID="{9FE47EF9-006D-4F57-929F-1273D817EC2D}" presName="vert1" presStyleCnt="0"/>
      <dgm:spPr/>
    </dgm:pt>
  </dgm:ptLst>
  <dgm:cxnLst>
    <dgm:cxn modelId="{9245CA2E-47A8-4DD2-B9F4-02498DD5569B}" type="presOf" srcId="{3356D0D6-03BF-4731-A59E-3C72B6423E91}" destId="{E172E68A-A081-4127-A4BF-1A3F08DB0012}" srcOrd="0" destOrd="0" presId="urn:microsoft.com/office/officeart/2008/layout/LinedList"/>
    <dgm:cxn modelId="{F9B8FA63-128D-4122-BC74-333EC5297591}" type="presOf" srcId="{93E5C804-4847-444C-ABCD-7C846DE7AAD0}" destId="{541AB364-685B-4E89-A51F-A4591150FF01}" srcOrd="0" destOrd="0" presId="urn:microsoft.com/office/officeart/2008/layout/LinedList"/>
    <dgm:cxn modelId="{B442B94B-A7C7-4AA9-8364-229BA6747974}" srcId="{93E5C804-4847-444C-ABCD-7C846DE7AAD0}" destId="{3356D0D6-03BF-4731-A59E-3C72B6423E91}" srcOrd="0" destOrd="0" parTransId="{D2985BEF-F21D-4EF1-B5E2-F16A6ADA1FF9}" sibTransId="{A71932D3-FB0A-4C83-86E1-449FCFC4F4A1}"/>
    <dgm:cxn modelId="{5A94CC6C-2032-4FB6-B5D3-D1D31436F567}" srcId="{93E5C804-4847-444C-ABCD-7C846DE7AAD0}" destId="{7094CB4E-A403-47BE-9AC6-B42881A8C49A}" srcOrd="1" destOrd="0" parTransId="{2DD2204F-9067-412F-8DD4-7E00153ABE1F}" sibTransId="{72B83CF6-E300-479A-B06E-44046444DAA3}"/>
    <dgm:cxn modelId="{C53DF954-A1E4-4CB3-B14B-F1A53D4B61E3}" type="presOf" srcId="{13B23F53-35C3-47EE-98B9-ABD7EE7FF8DD}" destId="{50B1BF74-D085-4DB2-A94B-467735F1533B}" srcOrd="0" destOrd="0" presId="urn:microsoft.com/office/officeart/2008/layout/LinedList"/>
    <dgm:cxn modelId="{B0F115B0-BD3A-4C6E-96FA-5C525789C97F}" type="presOf" srcId="{9FE47EF9-006D-4F57-929F-1273D817EC2D}" destId="{99D2B191-514E-4ED1-A510-47E0B681B3C8}" srcOrd="0" destOrd="0" presId="urn:microsoft.com/office/officeart/2008/layout/LinedList"/>
    <dgm:cxn modelId="{180EA7CA-8810-42B3-A5D2-60970DDE012E}" srcId="{93E5C804-4847-444C-ABCD-7C846DE7AAD0}" destId="{13B23F53-35C3-47EE-98B9-ABD7EE7FF8DD}" srcOrd="2" destOrd="0" parTransId="{B0431DEC-EEA3-493D-8063-3AB7CC3D13E4}" sibTransId="{FCA8A423-A88F-47E3-8502-B3A33B400D75}"/>
    <dgm:cxn modelId="{96B021D3-051B-4011-8E79-0D6C63908148}" type="presOf" srcId="{7094CB4E-A403-47BE-9AC6-B42881A8C49A}" destId="{17B29B7B-F8BC-4A22-A8FA-231188682115}" srcOrd="0" destOrd="0" presId="urn:microsoft.com/office/officeart/2008/layout/LinedList"/>
    <dgm:cxn modelId="{5E7646DD-861E-4C2F-9376-66FAB7E2F62E}" srcId="{93E5C804-4847-444C-ABCD-7C846DE7AAD0}" destId="{9FE47EF9-006D-4F57-929F-1273D817EC2D}" srcOrd="3" destOrd="0" parTransId="{31252DCF-5E31-46B8-9F4E-588DB2FBD538}" sibTransId="{2DD067F6-C26E-470C-913C-B0196F771E7F}"/>
    <dgm:cxn modelId="{1B54802E-86BF-41C6-B632-9C9E677A3F94}" type="presParOf" srcId="{541AB364-685B-4E89-A51F-A4591150FF01}" destId="{DDD3FC89-ACA1-4FA1-9DFD-6E1C550C74A9}" srcOrd="0" destOrd="0" presId="urn:microsoft.com/office/officeart/2008/layout/LinedList"/>
    <dgm:cxn modelId="{6D68023D-FA24-41E3-A517-BCE22B2315AC}" type="presParOf" srcId="{541AB364-685B-4E89-A51F-A4591150FF01}" destId="{9B7038F6-C25B-4F93-B3D7-312248DEDE37}" srcOrd="1" destOrd="0" presId="urn:microsoft.com/office/officeart/2008/layout/LinedList"/>
    <dgm:cxn modelId="{40BD1CAF-9453-4A7E-BDC6-911E0A9285B3}" type="presParOf" srcId="{9B7038F6-C25B-4F93-B3D7-312248DEDE37}" destId="{E172E68A-A081-4127-A4BF-1A3F08DB0012}" srcOrd="0" destOrd="0" presId="urn:microsoft.com/office/officeart/2008/layout/LinedList"/>
    <dgm:cxn modelId="{2049E31C-D780-4918-B64C-6A0A677E815E}" type="presParOf" srcId="{9B7038F6-C25B-4F93-B3D7-312248DEDE37}" destId="{A207548F-BF11-4893-BFD4-676C80B61AEF}" srcOrd="1" destOrd="0" presId="urn:microsoft.com/office/officeart/2008/layout/LinedList"/>
    <dgm:cxn modelId="{37832179-7CF1-44E9-A7B6-6ABE77300122}" type="presParOf" srcId="{541AB364-685B-4E89-A51F-A4591150FF01}" destId="{853C0B95-BFD5-42D9-92BE-94BADEF921F1}" srcOrd="2" destOrd="0" presId="urn:microsoft.com/office/officeart/2008/layout/LinedList"/>
    <dgm:cxn modelId="{F2F36FE4-45BC-4D1B-B022-C16799955710}" type="presParOf" srcId="{541AB364-685B-4E89-A51F-A4591150FF01}" destId="{C7244A84-B3EC-4C57-8AF1-ECAC0EB15938}" srcOrd="3" destOrd="0" presId="urn:microsoft.com/office/officeart/2008/layout/LinedList"/>
    <dgm:cxn modelId="{220A4538-266D-4111-8FA2-28868465DCB3}" type="presParOf" srcId="{C7244A84-B3EC-4C57-8AF1-ECAC0EB15938}" destId="{17B29B7B-F8BC-4A22-A8FA-231188682115}" srcOrd="0" destOrd="0" presId="urn:microsoft.com/office/officeart/2008/layout/LinedList"/>
    <dgm:cxn modelId="{A5A809B1-A509-4BF3-86FB-1596F0EAEA2A}" type="presParOf" srcId="{C7244A84-B3EC-4C57-8AF1-ECAC0EB15938}" destId="{061E33D1-C1F0-49FB-9EE8-CF0A516BE5E4}" srcOrd="1" destOrd="0" presId="urn:microsoft.com/office/officeart/2008/layout/LinedList"/>
    <dgm:cxn modelId="{5CF1AF73-CC96-4237-BE4B-B51CBCBA6D76}" type="presParOf" srcId="{541AB364-685B-4E89-A51F-A4591150FF01}" destId="{5B1360E3-A911-4922-A1D0-4551A3E86951}" srcOrd="4" destOrd="0" presId="urn:microsoft.com/office/officeart/2008/layout/LinedList"/>
    <dgm:cxn modelId="{EFBD209C-E838-4BF6-B272-D1A55F93342B}" type="presParOf" srcId="{541AB364-685B-4E89-A51F-A4591150FF01}" destId="{B9722EA0-AB86-4D0F-933E-2EA4A855B278}" srcOrd="5" destOrd="0" presId="urn:microsoft.com/office/officeart/2008/layout/LinedList"/>
    <dgm:cxn modelId="{8A71BC2C-C34C-4176-8626-EEFF8430B242}" type="presParOf" srcId="{B9722EA0-AB86-4D0F-933E-2EA4A855B278}" destId="{50B1BF74-D085-4DB2-A94B-467735F1533B}" srcOrd="0" destOrd="0" presId="urn:microsoft.com/office/officeart/2008/layout/LinedList"/>
    <dgm:cxn modelId="{2BE80EA2-DE8F-4B40-AC1E-D64B8E74EA65}" type="presParOf" srcId="{B9722EA0-AB86-4D0F-933E-2EA4A855B278}" destId="{1A91FD49-396A-4003-922C-CA57DD8112D9}" srcOrd="1" destOrd="0" presId="urn:microsoft.com/office/officeart/2008/layout/LinedList"/>
    <dgm:cxn modelId="{EB29C4FF-499A-47D3-8DDA-F5B3F6A3DC96}" type="presParOf" srcId="{541AB364-685B-4E89-A51F-A4591150FF01}" destId="{0E4B24C6-3D5B-4B0F-B6BA-FEE1FE8FBA15}" srcOrd="6" destOrd="0" presId="urn:microsoft.com/office/officeart/2008/layout/LinedList"/>
    <dgm:cxn modelId="{6B83467E-A024-426F-8A71-E4FC303291A8}" type="presParOf" srcId="{541AB364-685B-4E89-A51F-A4591150FF01}" destId="{D3A16EAF-6459-46B5-BE38-3CC99EC67391}" srcOrd="7" destOrd="0" presId="urn:microsoft.com/office/officeart/2008/layout/LinedList"/>
    <dgm:cxn modelId="{DA13646D-913F-4622-8FB7-9C76DFC5F751}" type="presParOf" srcId="{D3A16EAF-6459-46B5-BE38-3CC99EC67391}" destId="{99D2B191-514E-4ED1-A510-47E0B681B3C8}" srcOrd="0" destOrd="0" presId="urn:microsoft.com/office/officeart/2008/layout/LinedList"/>
    <dgm:cxn modelId="{0374A6AD-31D4-490D-B749-207AA4090F74}" type="presParOf" srcId="{D3A16EAF-6459-46B5-BE38-3CC99EC67391}" destId="{9DF34B0B-FE11-42F4-8272-8085156A67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D3FC89-ACA1-4FA1-9DFD-6E1C550C74A9}">
      <dsp:nvSpPr>
        <dsp:cNvPr id="0" name=""/>
        <dsp:cNvSpPr/>
      </dsp:nvSpPr>
      <dsp:spPr>
        <a:xfrm>
          <a:off x="0" y="0"/>
          <a:ext cx="476594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2E68A-A081-4127-A4BF-1A3F08DB0012}">
      <dsp:nvSpPr>
        <dsp:cNvPr id="0" name=""/>
        <dsp:cNvSpPr/>
      </dsp:nvSpPr>
      <dsp:spPr>
        <a:xfrm>
          <a:off x="0" y="0"/>
          <a:ext cx="4765949" cy="838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Introduction</a:t>
          </a:r>
          <a:endParaRPr lang="en-US" sz="3900" kern="1200" dirty="0"/>
        </a:p>
      </dsp:txBody>
      <dsp:txXfrm>
        <a:off x="0" y="0"/>
        <a:ext cx="4765949" cy="838369"/>
      </dsp:txXfrm>
    </dsp:sp>
    <dsp:sp modelId="{853C0B95-BFD5-42D9-92BE-94BADEF921F1}">
      <dsp:nvSpPr>
        <dsp:cNvPr id="0" name=""/>
        <dsp:cNvSpPr/>
      </dsp:nvSpPr>
      <dsp:spPr>
        <a:xfrm>
          <a:off x="0" y="838369"/>
          <a:ext cx="4765949" cy="0"/>
        </a:xfrm>
        <a:prstGeom prst="line">
          <a:avLst/>
        </a:prstGeom>
        <a:solidFill>
          <a:schemeClr val="accent2">
            <a:hueOff val="103615"/>
            <a:satOff val="-8570"/>
            <a:lumOff val="-14837"/>
            <a:alphaOff val="0"/>
          </a:schemeClr>
        </a:solidFill>
        <a:ln w="12700" cap="flat" cmpd="sng" algn="ctr">
          <a:solidFill>
            <a:schemeClr val="accent2">
              <a:hueOff val="103615"/>
              <a:satOff val="-8570"/>
              <a:lumOff val="-148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29B7B-F8BC-4A22-A8FA-231188682115}">
      <dsp:nvSpPr>
        <dsp:cNvPr id="0" name=""/>
        <dsp:cNvSpPr/>
      </dsp:nvSpPr>
      <dsp:spPr>
        <a:xfrm>
          <a:off x="0" y="838369"/>
          <a:ext cx="4765949" cy="838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Primary goals</a:t>
          </a:r>
          <a:endParaRPr lang="en-US" sz="3900" kern="1200" dirty="0"/>
        </a:p>
      </dsp:txBody>
      <dsp:txXfrm>
        <a:off x="0" y="838369"/>
        <a:ext cx="4765949" cy="838369"/>
      </dsp:txXfrm>
    </dsp:sp>
    <dsp:sp modelId="{5B1360E3-A911-4922-A1D0-4551A3E86951}">
      <dsp:nvSpPr>
        <dsp:cNvPr id="0" name=""/>
        <dsp:cNvSpPr/>
      </dsp:nvSpPr>
      <dsp:spPr>
        <a:xfrm>
          <a:off x="0" y="1676738"/>
          <a:ext cx="4765949" cy="0"/>
        </a:xfrm>
        <a:prstGeom prst="line">
          <a:avLst/>
        </a:prstGeom>
        <a:solidFill>
          <a:schemeClr val="accent2">
            <a:hueOff val="207230"/>
            <a:satOff val="-17140"/>
            <a:lumOff val="-29673"/>
            <a:alphaOff val="0"/>
          </a:schemeClr>
        </a:solidFill>
        <a:ln w="12700" cap="flat" cmpd="sng" algn="ctr">
          <a:solidFill>
            <a:schemeClr val="accent2">
              <a:hueOff val="207230"/>
              <a:satOff val="-17140"/>
              <a:lumOff val="-296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1BF74-D085-4DB2-A94B-467735F1533B}">
      <dsp:nvSpPr>
        <dsp:cNvPr id="0" name=""/>
        <dsp:cNvSpPr/>
      </dsp:nvSpPr>
      <dsp:spPr>
        <a:xfrm>
          <a:off x="0" y="1676738"/>
          <a:ext cx="4765949" cy="838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Areas of growth</a:t>
          </a:r>
          <a:endParaRPr lang="en-US" sz="3900" kern="1200" dirty="0"/>
        </a:p>
      </dsp:txBody>
      <dsp:txXfrm>
        <a:off x="0" y="1676738"/>
        <a:ext cx="4765949" cy="838369"/>
      </dsp:txXfrm>
    </dsp:sp>
    <dsp:sp modelId="{0E4B24C6-3D5B-4B0F-B6BA-FEE1FE8FBA15}">
      <dsp:nvSpPr>
        <dsp:cNvPr id="0" name=""/>
        <dsp:cNvSpPr/>
      </dsp:nvSpPr>
      <dsp:spPr>
        <a:xfrm>
          <a:off x="0" y="2515106"/>
          <a:ext cx="4765949" cy="0"/>
        </a:xfrm>
        <a:prstGeom prst="line">
          <a:avLst/>
        </a:prstGeom>
        <a:solidFill>
          <a:schemeClr val="accent2">
            <a:hueOff val="310844"/>
            <a:satOff val="-25710"/>
            <a:lumOff val="-44510"/>
            <a:alphaOff val="0"/>
          </a:schemeClr>
        </a:solidFill>
        <a:ln w="12700" cap="flat" cmpd="sng" algn="ctr">
          <a:solidFill>
            <a:schemeClr val="accent2">
              <a:hueOff val="310844"/>
              <a:satOff val="-25710"/>
              <a:lumOff val="-445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2B191-514E-4ED1-A510-47E0B681B3C8}">
      <dsp:nvSpPr>
        <dsp:cNvPr id="0" name=""/>
        <dsp:cNvSpPr/>
      </dsp:nvSpPr>
      <dsp:spPr>
        <a:xfrm>
          <a:off x="0" y="2515106"/>
          <a:ext cx="4765949" cy="838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Summary</a:t>
          </a:r>
          <a:endParaRPr lang="en-US" sz="3900" kern="1200" dirty="0"/>
        </a:p>
      </dsp:txBody>
      <dsp:txXfrm>
        <a:off x="0" y="2515106"/>
        <a:ext cx="4765949" cy="838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82CC1C-2EFA-41CD-8EE1-D64C4317C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3A9A9-5F67-4774-9AE0-18456713EA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956093-EDCF-4DD8-9AE7-E9C61FFE6CA3}" type="datetime1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2A631-0269-4E45-A3DF-4FA7D06E90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9B2A7-A232-444D-B3CD-C3D1E5A8E2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0F9F022-6C35-409F-B2A6-FFC7C9918F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9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8B472-568D-400E-87C6-085D0E89D1DB}" type="datetime1">
              <a:rPr lang="en-GB" noProof="0" smtClean="0"/>
              <a:pPr/>
              <a:t>20/11/2025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5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17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7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828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887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279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21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EA09586C-5A81-443E-A8F0-7DBA8A56A402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640C98F9-CB0E-4FA9-9591-FB0CE9CF7143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DEF7267A-46F7-4D2F-B4E6-AE992D5484B8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016F812-AB39-4F48-B1E8-95605A3EF510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82570B71-EA3C-4900-991E-6BBB6BBDE064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ADE8980-1565-4B47-9723-42A8A150F178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975CEC1F-EF25-4059-ABBA-8FEB7C2BFD5C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726E9C68-1964-4A8A-9427-98F10662CAE8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046A679D-7D96-4BF4-98D0-1033E9142F9A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496CE679-96C2-428D-9AAE-1AD24CC6A009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0FAF51C5-1188-4161-A3AE-51B85A4E9234}" type="datetime1">
              <a:rPr lang="en-GB" noProof="0" smtClean="0"/>
              <a:t>20/11/2025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 rtlCol="0">
            <a:normAutofit/>
          </a:bodyPr>
          <a:lstStyle/>
          <a:p>
            <a:r>
              <a:rPr lang="en-GB" sz="5200">
                <a:solidFill>
                  <a:schemeClr val="tx2"/>
                </a:solidFill>
                <a:ea typeface="+mj-lt"/>
                <a:cs typeface="+mj-lt"/>
              </a:rPr>
              <a:t>Code Scanner</a:t>
            </a:r>
            <a:endParaRPr lang="en-US" sz="5200">
              <a:solidFill>
                <a:schemeClr val="tx2"/>
              </a:solidFill>
            </a:endParaRPr>
          </a:p>
          <a:p>
            <a:endParaRPr lang="en-GB" sz="5200">
              <a:solidFill>
                <a:schemeClr val="tx2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1FB3C1-B8F0-130D-9082-7DA9C8594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>
                <a:solidFill>
                  <a:schemeClr val="tx2"/>
                </a:solidFill>
                <a:latin typeface="Aptos"/>
              </a:rPr>
              <a:t>Code Reviewer Co-Pilot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rtlCol="0">
            <a:normAutofit/>
          </a:bodyPr>
          <a:lstStyle/>
          <a:p>
            <a:pPr rtl="0"/>
            <a:r>
              <a:rPr lang="en-GB" sz="4400" dirty="0">
                <a:solidFill>
                  <a:schemeClr val="tx2"/>
                </a:solidFill>
              </a:rPr>
              <a:t>Index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512C794-564D-B3A7-F057-863D7B53E6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820" r="9085" b="-7"/>
          <a:stretch>
            <a:fillRect/>
          </a:stretch>
        </p:blipFill>
        <p:spPr>
          <a:xfrm>
            <a:off x="7708392" y="2725756"/>
            <a:ext cx="4142232" cy="233003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Code Scanner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smtClean="0"/>
              <a:pPr rtl="0">
                <a:spcAft>
                  <a:spcPts val="600"/>
                </a:spcAft>
              </a:pPr>
              <a:t>2</a:t>
            </a:fld>
            <a:endParaRPr lang="en-GB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51E0739-A508-68EE-ECEF-34AA29EBA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125510"/>
              </p:ext>
            </p:extLst>
          </p:nvPr>
        </p:nvGraphicFramePr>
        <p:xfrm>
          <a:off x="661797" y="2100214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9226" y="2890979"/>
            <a:ext cx="9833548" cy="269397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An AI-powered helper that automatically reviews code.  It works like a senior engineer who finds issues, explains the reasons and suggest alternatives.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FA18-50D6-0344-B477-1D7C91CF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Code Scanner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 rtlCol="0">
            <a:normAutofit/>
          </a:bodyPr>
          <a:lstStyle/>
          <a:p>
            <a:pPr rtl="0"/>
            <a:r>
              <a:rPr lang="en-GB" sz="5200">
                <a:solidFill>
                  <a:schemeClr val="tx2"/>
                </a:solidFill>
              </a:rPr>
              <a:t>Primary goals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GB" sz="2500" dirty="0">
                <a:solidFill>
                  <a:schemeClr val="tx2"/>
                </a:solidFill>
              </a:rPr>
              <a:t>To </a:t>
            </a:r>
            <a:r>
              <a:rPr lang="en-GB" sz="2500" dirty="0">
                <a:solidFill>
                  <a:schemeClr val="tx2"/>
                </a:solidFill>
                <a:ea typeface="+mn-lt"/>
                <a:cs typeface="+mn-lt"/>
              </a:rPr>
              <a:t>ensure code quality and </a:t>
            </a:r>
            <a:r>
              <a:rPr lang="en-GB" sz="2800" dirty="0">
                <a:solidFill>
                  <a:schemeClr val="tx2"/>
                </a:solidFill>
                <a:ea typeface="+mn-lt"/>
                <a:cs typeface="+mn-lt"/>
              </a:rPr>
              <a:t>maintainability</a:t>
            </a:r>
            <a:endParaRPr lang="en-GB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Areas of growth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C9D18D8-9F87-D88D-C438-67FDA81A17CF}"/>
              </a:ext>
            </a:extLst>
          </p:cNvPr>
          <p:cNvSpPr txBox="1"/>
          <p:nvPr/>
        </p:nvSpPr>
        <p:spPr>
          <a:xfrm>
            <a:off x="1179226" y="3329677"/>
            <a:ext cx="9833548" cy="245726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Automated Code Quality Review</a:t>
            </a:r>
            <a:r>
              <a:rPr lang="en-US">
                <a:solidFill>
                  <a:schemeClr val="tx2"/>
                </a:solidFill>
              </a:rPr>
              <a:t>​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Security &amp; Vulnerability Detection</a:t>
            </a:r>
            <a:r>
              <a:rPr lang="en-US">
                <a:solidFill>
                  <a:schemeClr val="tx2"/>
                </a:solidFill>
              </a:rPr>
              <a:t>​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AI-Generated Code Suggestions</a:t>
            </a:r>
            <a:r>
              <a:rPr lang="en-US">
                <a:solidFill>
                  <a:schemeClr val="tx2"/>
                </a:solidFill>
              </a:rPr>
              <a:t>​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Performance Optimization Insights</a:t>
            </a:r>
            <a:r>
              <a:rPr lang="en-US">
                <a:solidFill>
                  <a:schemeClr val="tx2"/>
                </a:solidFill>
              </a:rPr>
              <a:t>​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Auto Documentation &amp; Comment Improvements</a:t>
            </a:r>
            <a:r>
              <a:rPr lang="en-US">
                <a:solidFill>
                  <a:schemeClr val="tx2"/>
                </a:solidFill>
              </a:rPr>
              <a:t>​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Predictive Bug Detection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9A912-225F-BE40-9F3E-025552444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Code Scanner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6C709-8794-DF4E-A15C-6E648F09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3E7C-A74D-4CB3-844B-51917C88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✔ Reduces code review time by 40–60%</a:t>
            </a:r>
            <a:endParaRPr lang="en-US" sz="18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✔ Improves code quality and consistency</a:t>
            </a:r>
            <a:endParaRPr lang="en-US" sz="18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✔ Reduces production bugs significantly</a:t>
            </a:r>
            <a:endParaRPr lang="en-US" sz="18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✔ Acts as a virtual senior developer</a:t>
            </a:r>
            <a:endParaRPr lang="en-US" sz="18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✔ Great for large or distributed teams</a:t>
            </a:r>
            <a:endParaRPr lang="en-US" sz="18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D8152-D9C3-204A-9444-45CD4F18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Code Scanner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B7362-01DC-0E4C-9B34-0DF3FD44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rtlCol="0" anchor="t">
            <a:normAutofit/>
          </a:bodyPr>
          <a:lstStyle/>
          <a:p>
            <a:pPr rtl="0"/>
            <a:r>
              <a:rPr lang="en-GB" sz="400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Pratibha Panigrahy , Poonam Ogale</a:t>
            </a:r>
          </a:p>
          <a:p>
            <a:endParaRPr lang="en-GB" sz="2000" dirty="0">
              <a:solidFill>
                <a:schemeClr val="tx2"/>
              </a:solidFill>
            </a:endParaRP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EE3BA28C-C637-0209-BC57-7D7BC0FCC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1176D5-513E-4E73-98C9-4CEA832F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0</TotalTime>
  <Words>436</Words>
  <Application>Microsoft Office PowerPoint</Application>
  <PresentationFormat>Widescreen</PresentationFormat>
  <Paragraphs>156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Code Scanner </vt:lpstr>
      <vt:lpstr>Index</vt:lpstr>
      <vt:lpstr>Introduction</vt:lpstr>
      <vt:lpstr>Primary goals</vt:lpstr>
      <vt:lpstr>Areas of growth</vt:lpstr>
      <vt:lpstr>Summary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140</cp:revision>
  <dcterms:created xsi:type="dcterms:W3CDTF">2025-11-19T06:47:09Z</dcterms:created>
  <dcterms:modified xsi:type="dcterms:W3CDTF">2025-11-20T10:26:50Z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